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62" r:id="rId5"/>
    <p:sldId id="258" r:id="rId6"/>
    <p:sldId id="274" r:id="rId7"/>
    <p:sldId id="275" r:id="rId8"/>
    <p:sldId id="290" r:id="rId9"/>
    <p:sldId id="259" r:id="rId10"/>
    <p:sldId id="289" r:id="rId11"/>
    <p:sldId id="292" r:id="rId12"/>
    <p:sldId id="260" r:id="rId13"/>
    <p:sldId id="270" r:id="rId14"/>
    <p:sldId id="294" r:id="rId15"/>
    <p:sldId id="295" r:id="rId16"/>
    <p:sldId id="261" r:id="rId17"/>
    <p:sldId id="284" r:id="rId18"/>
    <p:sldId id="293" r:id="rId19"/>
  </p:sldIdLst>
  <p:sldSz cx="18288000" cy="10287000"/>
  <p:notesSz cx="6858000" cy="9144000"/>
  <p:embeddedFontLst>
    <p:embeddedFont>
      <p:font typeface="Noto Sans Bold" panose="020B0802040504020204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99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9DF67E-20F3-47F3-823D-5C9DACDF68A9}" v="758" dt="2026-01-08T18:30:14.1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ễn Hường" userId="e0ea289e582bdc30" providerId="LiveId" clId="{3176A5FA-04C7-4F6D-ACEA-F8CF7F075BEB}"/>
    <pc:docChg chg="undo redo custSel addSld delSld modSld sldOrd">
      <pc:chgData name="Nguyễn Hường" userId="e0ea289e582bdc30" providerId="LiveId" clId="{3176A5FA-04C7-4F6D-ACEA-F8CF7F075BEB}" dt="2026-01-08T18:30:20.475" v="9905" actId="1076"/>
      <pc:docMkLst>
        <pc:docMk/>
      </pc:docMkLst>
      <pc:sldChg chg="addSp delSp modSp mod">
        <pc:chgData name="Nguyễn Hường" userId="e0ea289e582bdc30" providerId="LiveId" clId="{3176A5FA-04C7-4F6D-ACEA-F8CF7F075BEB}" dt="2026-01-08T12:05:27.876" v="8263" actId="20577"/>
        <pc:sldMkLst>
          <pc:docMk/>
          <pc:sldMk cId="0" sldId="256"/>
        </pc:sldMkLst>
        <pc:spChg chg="mod">
          <ac:chgData name="Nguyễn Hường" userId="e0ea289e582bdc30" providerId="LiveId" clId="{3176A5FA-04C7-4F6D-ACEA-F8CF7F075BEB}" dt="2026-01-08T12:05:27.876" v="8263" actId="20577"/>
          <ac:spMkLst>
            <pc:docMk/>
            <pc:sldMk cId="0" sldId="256"/>
            <ac:spMk id="16" creationId="{00000000-0000-0000-0000-000000000000}"/>
          </ac:spMkLst>
        </pc:spChg>
      </pc:sldChg>
      <pc:sldChg chg="delSp mod">
        <pc:chgData name="Nguyễn Hường" userId="e0ea289e582bdc30" providerId="LiveId" clId="{3176A5FA-04C7-4F6D-ACEA-F8CF7F075BEB}" dt="2025-12-17T08:55:31.412" v="2488" actId="478"/>
        <pc:sldMkLst>
          <pc:docMk/>
          <pc:sldMk cId="0" sldId="261"/>
        </pc:sldMkLst>
      </pc:sldChg>
      <pc:sldChg chg="addSp delSp modSp add mod setBg delAnim modAnim modNotesTx">
        <pc:chgData name="Nguyễn Hường" userId="e0ea289e582bdc30" providerId="LiveId" clId="{3176A5FA-04C7-4F6D-ACEA-F8CF7F075BEB}" dt="2026-01-08T18:17:52.210" v="9748" actId="26606"/>
        <pc:sldMkLst>
          <pc:docMk/>
          <pc:sldMk cId="1666504707" sldId="262"/>
        </pc:sldMkLst>
        <pc:spChg chg="add mod">
          <ac:chgData name="Nguyễn Hường" userId="e0ea289e582bdc30" providerId="LiveId" clId="{3176A5FA-04C7-4F6D-ACEA-F8CF7F075BEB}" dt="2026-01-08T18:17:52.210" v="9748" actId="26606"/>
          <ac:spMkLst>
            <pc:docMk/>
            <pc:sldMk cId="1666504707" sldId="262"/>
            <ac:spMk id="2" creationId="{56C6F201-1D29-DE12-06FE-D95528D6E5B3}"/>
          </ac:spMkLst>
        </pc:spChg>
        <pc:spChg chg="ord">
          <ac:chgData name="Nguyễn Hường" userId="e0ea289e582bdc30" providerId="LiveId" clId="{3176A5FA-04C7-4F6D-ACEA-F8CF7F075BEB}" dt="2026-01-08T18:17:52.210" v="9748" actId="26606"/>
          <ac:spMkLst>
            <pc:docMk/>
            <pc:sldMk cId="1666504707" sldId="262"/>
            <ac:spMk id="3" creationId="{C3C66A7F-D25A-3AB2-A5FA-7F09E292CB67}"/>
          </ac:spMkLst>
        </pc:spChg>
        <pc:spChg chg="add del">
          <ac:chgData name="Nguyễn Hường" userId="e0ea289e582bdc30" providerId="LiveId" clId="{3176A5FA-04C7-4F6D-ACEA-F8CF7F075BEB}" dt="2026-01-08T18:17:52.198" v="9747" actId="26606"/>
          <ac:spMkLst>
            <pc:docMk/>
            <pc:sldMk cId="1666504707" sldId="262"/>
            <ac:spMk id="10" creationId="{68AF5748-FED8-45BA-8631-26D1D10F3246}"/>
          </ac:spMkLst>
        </pc:spChg>
        <pc:spChg chg="add del">
          <ac:chgData name="Nguyễn Hường" userId="e0ea289e582bdc30" providerId="LiveId" clId="{3176A5FA-04C7-4F6D-ACEA-F8CF7F075BEB}" dt="2026-01-08T18:17:52.198" v="9747" actId="26606"/>
          <ac:spMkLst>
            <pc:docMk/>
            <pc:sldMk cId="1666504707" sldId="262"/>
            <ac:spMk id="12" creationId="{AF2F604E-43BE-4DC3-B983-E071523364F8}"/>
          </ac:spMkLst>
        </pc:spChg>
        <pc:spChg chg="add del">
          <ac:chgData name="Nguyễn Hường" userId="e0ea289e582bdc30" providerId="LiveId" clId="{3176A5FA-04C7-4F6D-ACEA-F8CF7F075BEB}" dt="2026-01-08T18:17:52.198" v="9747" actId="26606"/>
          <ac:spMkLst>
            <pc:docMk/>
            <pc:sldMk cId="1666504707" sldId="262"/>
            <ac:spMk id="14" creationId="{08C9B587-E65E-4B52-B37C-ABEBB6E87928}"/>
          </ac:spMkLst>
        </pc:spChg>
        <pc:spChg chg="add">
          <ac:chgData name="Nguyễn Hường" userId="e0ea289e582bdc30" providerId="LiveId" clId="{3176A5FA-04C7-4F6D-ACEA-F8CF7F075BEB}" dt="2026-01-08T18:17:52.210" v="9748" actId="26606"/>
          <ac:spMkLst>
            <pc:docMk/>
            <pc:sldMk cId="1666504707" sldId="262"/>
            <ac:spMk id="16" creationId="{D4771268-CB57-404A-9271-370EB28F6090}"/>
          </ac:spMkLst>
        </pc:spChg>
        <pc:picChg chg="add mod">
          <ac:chgData name="Nguyễn Hường" userId="e0ea289e582bdc30" providerId="LiveId" clId="{3176A5FA-04C7-4F6D-ACEA-F8CF7F075BEB}" dt="2026-01-08T18:17:52.210" v="9748" actId="26606"/>
          <ac:picMkLst>
            <pc:docMk/>
            <pc:sldMk cId="1666504707" sldId="262"/>
            <ac:picMk id="5" creationId="{A07124AE-1BB8-2600-9B44-D933F23B75F3}"/>
          </ac:picMkLst>
        </pc:picChg>
        <pc:picChg chg="add del mod ord">
          <ac:chgData name="Nguyễn Hường" userId="e0ea289e582bdc30" providerId="LiveId" clId="{3176A5FA-04C7-4F6D-ACEA-F8CF7F075BEB}" dt="2026-01-08T13:27:29.853" v="8264" actId="478"/>
          <ac:picMkLst>
            <pc:docMk/>
            <pc:sldMk cId="1666504707" sldId="262"/>
            <ac:picMk id="8" creationId="{FDFB3AB2-13B3-D701-BE6E-BB479C8EED34}"/>
          </ac:picMkLst>
        </pc:picChg>
      </pc:sldChg>
      <pc:sldChg chg="addSp delSp modSp add mod delAnim delDesignElem chgLayout modNotesTx">
        <pc:chgData name="Nguyễn Hường" userId="e0ea289e582bdc30" providerId="LiveId" clId="{3176A5FA-04C7-4F6D-ACEA-F8CF7F075BEB}" dt="2026-01-08T18:06:46.029" v="9618" actId="14100"/>
        <pc:sldMkLst>
          <pc:docMk/>
          <pc:sldMk cId="1750714853" sldId="270"/>
        </pc:sldMkLst>
        <pc:spChg chg="mod">
          <ac:chgData name="Nguyễn Hường" userId="e0ea289e582bdc30" providerId="LiveId" clId="{3176A5FA-04C7-4F6D-ACEA-F8CF7F075BEB}" dt="2025-12-17T11:21:08.467" v="4799" actId="26606"/>
          <ac:spMkLst>
            <pc:docMk/>
            <pc:sldMk cId="1750714853" sldId="270"/>
            <ac:spMk id="4" creationId="{8FE33791-BE7C-80D1-5BC1-097B0D909CA2}"/>
          </ac:spMkLst>
        </pc:spChg>
        <pc:spChg chg="mod">
          <ac:chgData name="Nguyễn Hường" userId="e0ea289e582bdc30" providerId="LiveId" clId="{3176A5FA-04C7-4F6D-ACEA-F8CF7F075BEB}" dt="2026-01-08T18:03:06.470" v="9249" actId="2710"/>
          <ac:spMkLst>
            <pc:docMk/>
            <pc:sldMk cId="1750714853" sldId="270"/>
            <ac:spMk id="6" creationId="{321A3059-CD4C-3EF9-0DBB-F4B79269248E}"/>
          </ac:spMkLst>
        </pc:spChg>
        <pc:spChg chg="ord">
          <ac:chgData name="Nguyễn Hường" userId="e0ea289e582bdc30" providerId="LiveId" clId="{3176A5FA-04C7-4F6D-ACEA-F8CF7F075BEB}" dt="2025-12-17T11:21:08.467" v="4799" actId="26606"/>
          <ac:spMkLst>
            <pc:docMk/>
            <pc:sldMk cId="1750714853" sldId="270"/>
            <ac:spMk id="19" creationId="{648624A0-A9D7-41D0-478F-613477D0F933}"/>
          </ac:spMkLst>
        </pc:spChg>
        <pc:spChg chg="add">
          <ac:chgData name="Nguyễn Hường" userId="e0ea289e582bdc30" providerId="LiveId" clId="{3176A5FA-04C7-4F6D-ACEA-F8CF7F075BEB}" dt="2025-12-17T11:21:08.467" v="4799" actId="26606"/>
          <ac:spMkLst>
            <pc:docMk/>
            <pc:sldMk cId="1750714853" sldId="270"/>
            <ac:spMk id="3079" creationId="{352BEC0E-22F8-46D0-9632-375DB541B06C}"/>
          </ac:spMkLst>
        </pc:spChg>
        <pc:spChg chg="add">
          <ac:chgData name="Nguyễn Hường" userId="e0ea289e582bdc30" providerId="LiveId" clId="{3176A5FA-04C7-4F6D-ACEA-F8CF7F075BEB}" dt="2025-12-17T11:21:08.467" v="4799" actId="26606"/>
          <ac:spMkLst>
            <pc:docMk/>
            <pc:sldMk cId="1750714853" sldId="270"/>
            <ac:spMk id="3081" creationId="{3FCFB1DE-0B7E-48CC-BA90-B2AB0889F9D6}"/>
          </ac:spMkLst>
        </pc:spChg>
        <pc:picChg chg="add mod">
          <ac:chgData name="Nguyễn Hường" userId="e0ea289e582bdc30" providerId="LiveId" clId="{3176A5FA-04C7-4F6D-ACEA-F8CF7F075BEB}" dt="2025-12-21T06:28:37.683" v="7487" actId="1076"/>
          <ac:picMkLst>
            <pc:docMk/>
            <pc:sldMk cId="1750714853" sldId="270"/>
            <ac:picMk id="2" creationId="{1F18F392-90DD-019C-7DA3-8981943A321C}"/>
          </ac:picMkLst>
        </pc:picChg>
        <pc:picChg chg="add del mod">
          <ac:chgData name="Nguyễn Hường" userId="e0ea289e582bdc30" providerId="LiveId" clId="{3176A5FA-04C7-4F6D-ACEA-F8CF7F075BEB}" dt="2026-01-08T18:06:31.352" v="9613" actId="478"/>
          <ac:picMkLst>
            <pc:docMk/>
            <pc:sldMk cId="1750714853" sldId="270"/>
            <ac:picMk id="5" creationId="{E3A37097-C2F8-6938-59D4-AF1EA58B1945}"/>
          </ac:picMkLst>
        </pc:picChg>
        <pc:picChg chg="add mod">
          <ac:chgData name="Nguyễn Hường" userId="e0ea289e582bdc30" providerId="LiveId" clId="{3176A5FA-04C7-4F6D-ACEA-F8CF7F075BEB}" dt="2026-01-08T18:06:46.029" v="9618" actId="14100"/>
          <ac:picMkLst>
            <pc:docMk/>
            <pc:sldMk cId="1750714853" sldId="270"/>
            <ac:picMk id="7" creationId="{17EDC69E-310B-C5B0-AF9A-7DA92D4FE12B}"/>
          </ac:picMkLst>
        </pc:picChg>
        <pc:picChg chg="add mod ord">
          <ac:chgData name="Nguyễn Hường" userId="e0ea289e582bdc30" providerId="LiveId" clId="{3176A5FA-04C7-4F6D-ACEA-F8CF7F075BEB}" dt="2025-12-17T11:21:08.467" v="4799" actId="26606"/>
          <ac:picMkLst>
            <pc:docMk/>
            <pc:sldMk cId="1750714853" sldId="270"/>
            <ac:picMk id="3074" creationId="{8C681E62-E819-2922-01FD-F6307D72E913}"/>
          </ac:picMkLst>
        </pc:picChg>
      </pc:sldChg>
      <pc:sldChg chg="addSp delSp modSp add del mod delAnim modAnim chgLayout modNotesTx">
        <pc:chgData name="Nguyễn Hường" userId="e0ea289e582bdc30" providerId="LiveId" clId="{3176A5FA-04C7-4F6D-ACEA-F8CF7F075BEB}" dt="2026-01-08T18:23:07.642" v="9802" actId="1076"/>
        <pc:sldMkLst>
          <pc:docMk/>
          <pc:sldMk cId="0" sldId="274"/>
        </pc:sldMkLst>
        <pc:spChg chg="add del mod">
          <ac:chgData name="Nguyễn Hường" userId="e0ea289e582bdc30" providerId="LiveId" clId="{3176A5FA-04C7-4F6D-ACEA-F8CF7F075BEB}" dt="2026-01-08T17:26:16.784" v="8274" actId="478"/>
          <ac:spMkLst>
            <pc:docMk/>
            <pc:sldMk cId="0" sldId="274"/>
            <ac:spMk id="2" creationId="{5A865939-435C-AC8C-0939-310A367C38E5}"/>
          </ac:spMkLst>
        </pc:spChg>
        <pc:spChg chg="add del mod">
          <ac:chgData name="Nguyễn Hường" userId="e0ea289e582bdc30" providerId="LiveId" clId="{3176A5FA-04C7-4F6D-ACEA-F8CF7F075BEB}" dt="2026-01-08T17:26:12.267" v="8273" actId="478"/>
          <ac:spMkLst>
            <pc:docMk/>
            <pc:sldMk cId="0" sldId="274"/>
            <ac:spMk id="3" creationId="{CB91143A-E461-4A28-4745-ACC4631F3D91}"/>
          </ac:spMkLst>
        </pc:spChg>
        <pc:spChg chg="add del mod">
          <ac:chgData name="Nguyễn Hường" userId="e0ea289e582bdc30" providerId="LiveId" clId="{3176A5FA-04C7-4F6D-ACEA-F8CF7F075BEB}" dt="2026-01-08T17:26:11.289" v="8272" actId="478"/>
          <ac:spMkLst>
            <pc:docMk/>
            <pc:sldMk cId="0" sldId="274"/>
            <ac:spMk id="4" creationId="{DE637F73-4AC9-0EEB-F331-A0E79A0CBE99}"/>
          </ac:spMkLst>
        </pc:spChg>
        <pc:spChg chg="add mod">
          <ac:chgData name="Nguyễn Hường" userId="e0ea289e582bdc30" providerId="LiveId" clId="{3176A5FA-04C7-4F6D-ACEA-F8CF7F075BEB}" dt="2026-01-08T18:22:58.652" v="9800" actId="1076"/>
          <ac:spMkLst>
            <pc:docMk/>
            <pc:sldMk cId="0" sldId="274"/>
            <ac:spMk id="9" creationId="{0320CF86-7976-D93B-BABC-6CE15F11F0E7}"/>
          </ac:spMkLst>
        </pc:spChg>
        <pc:spChg chg="add del">
          <ac:chgData name="Nguyễn Hường" userId="e0ea289e582bdc30" providerId="LiveId" clId="{3176A5FA-04C7-4F6D-ACEA-F8CF7F075BEB}" dt="2026-01-08T17:28:00.324" v="8352" actId="22"/>
          <ac:spMkLst>
            <pc:docMk/>
            <pc:sldMk cId="0" sldId="274"/>
            <ac:spMk id="10" creationId="{095F8884-18E3-7DF4-0A7F-A64513B73D2B}"/>
          </ac:spMkLst>
        </pc:spChg>
        <pc:spChg chg="add mod">
          <ac:chgData name="Nguyễn Hường" userId="e0ea289e582bdc30" providerId="LiveId" clId="{3176A5FA-04C7-4F6D-ACEA-F8CF7F075BEB}" dt="2025-12-17T10:14:36.977" v="2836" actId="1076"/>
          <ac:spMkLst>
            <pc:docMk/>
            <pc:sldMk cId="0" sldId="274"/>
            <ac:spMk id="12" creationId="{40BA556C-138A-E51E-4546-72253D51A9EF}"/>
          </ac:spMkLst>
        </pc:spChg>
        <pc:spChg chg="add mod">
          <ac:chgData name="Nguyễn Hường" userId="e0ea289e582bdc30" providerId="LiveId" clId="{3176A5FA-04C7-4F6D-ACEA-F8CF7F075BEB}" dt="2026-01-08T18:23:07.642" v="9802" actId="1076"/>
          <ac:spMkLst>
            <pc:docMk/>
            <pc:sldMk cId="0" sldId="274"/>
            <ac:spMk id="14" creationId="{8437B4EF-ED32-8DB4-889E-825213407B64}"/>
          </ac:spMkLst>
        </pc:spChg>
        <pc:spChg chg="add del">
          <ac:chgData name="Nguyễn Hường" userId="e0ea289e582bdc30" providerId="LiveId" clId="{3176A5FA-04C7-4F6D-ACEA-F8CF7F075BEB}" dt="2026-01-08T18:22:44.114" v="9795" actId="22"/>
          <ac:spMkLst>
            <pc:docMk/>
            <pc:sldMk cId="0" sldId="274"/>
            <ac:spMk id="16" creationId="{24917546-1F6C-112A-7B2D-4CF67E7F7B54}"/>
          </ac:spMkLst>
        </pc:spChg>
        <pc:picChg chg="add del mod modCrop">
          <ac:chgData name="Nguyễn Hường" userId="e0ea289e582bdc30" providerId="LiveId" clId="{3176A5FA-04C7-4F6D-ACEA-F8CF7F075BEB}" dt="2026-01-08T17:26:08.600" v="8271" actId="478"/>
          <ac:picMkLst>
            <pc:docMk/>
            <pc:sldMk cId="0" sldId="274"/>
            <ac:picMk id="5" creationId="{08954068-8CD6-3B64-7807-322AC0D4913A}"/>
          </ac:picMkLst>
        </pc:picChg>
        <pc:picChg chg="add mod">
          <ac:chgData name="Nguyễn Hường" userId="e0ea289e582bdc30" providerId="LiveId" clId="{3176A5FA-04C7-4F6D-ACEA-F8CF7F075BEB}" dt="2026-01-08T18:22:15.624" v="9788" actId="1076"/>
          <ac:picMkLst>
            <pc:docMk/>
            <pc:sldMk cId="0" sldId="274"/>
            <ac:picMk id="7" creationId="{D6F5252C-68C1-431A-97BF-00332CB5ED27}"/>
          </ac:picMkLst>
        </pc:picChg>
        <pc:picChg chg="add del mod">
          <ac:chgData name="Nguyễn Hường" userId="e0ea289e582bdc30" providerId="LiveId" clId="{3176A5FA-04C7-4F6D-ACEA-F8CF7F075BEB}" dt="2026-01-08T18:20:49.871" v="9778" actId="21"/>
          <ac:picMkLst>
            <pc:docMk/>
            <pc:sldMk cId="0" sldId="274"/>
            <ac:picMk id="11" creationId="{94767C6D-293C-F02E-89CD-CD6146987E44}"/>
          </ac:picMkLst>
        </pc:picChg>
        <pc:picChg chg="add mod">
          <ac:chgData name="Nguyễn Hường" userId="e0ea289e582bdc30" providerId="LiveId" clId="{3176A5FA-04C7-4F6D-ACEA-F8CF7F075BEB}" dt="2026-01-08T18:23:01.683" v="9801" actId="1076"/>
          <ac:picMkLst>
            <pc:docMk/>
            <pc:sldMk cId="0" sldId="274"/>
            <ac:picMk id="18" creationId="{EBBADDE3-1BA5-A422-6E80-5F885D1732B0}"/>
          </ac:picMkLst>
        </pc:picChg>
        <pc:picChg chg="add mod">
          <ac:chgData name="Nguyễn Hường" userId="e0ea289e582bdc30" providerId="LiveId" clId="{3176A5FA-04C7-4F6D-ACEA-F8CF7F075BEB}" dt="2026-01-08T18:21:17.105" v="9782" actId="1076"/>
          <ac:picMkLst>
            <pc:docMk/>
            <pc:sldMk cId="0" sldId="274"/>
            <ac:picMk id="4098" creationId="{536B5FC4-7CE1-4014-E2DB-87466ABA2D5A}"/>
          </ac:picMkLst>
        </pc:picChg>
      </pc:sldChg>
      <pc:sldChg chg="addSp delSp modSp add del mod modAnim modNotesTx">
        <pc:chgData name="Nguyễn Hường" userId="e0ea289e582bdc30" providerId="LiveId" clId="{3176A5FA-04C7-4F6D-ACEA-F8CF7F075BEB}" dt="2026-01-08T17:37:57.108" v="8707"/>
        <pc:sldMkLst>
          <pc:docMk/>
          <pc:sldMk cId="0" sldId="275"/>
        </pc:sldMkLst>
        <pc:spChg chg="add mod">
          <ac:chgData name="Nguyễn Hường" userId="e0ea289e582bdc30" providerId="LiveId" clId="{3176A5FA-04C7-4F6D-ACEA-F8CF7F075BEB}" dt="2025-12-17T10:14:50.297" v="2838"/>
          <ac:spMkLst>
            <pc:docMk/>
            <pc:sldMk cId="0" sldId="275"/>
            <ac:spMk id="3" creationId="{77BF9F21-9DF8-6FC3-6E98-70E24EAAF42E}"/>
          </ac:spMkLst>
        </pc:spChg>
        <pc:spChg chg="add mod">
          <ac:chgData name="Nguyễn Hường" userId="e0ea289e582bdc30" providerId="LiveId" clId="{3176A5FA-04C7-4F6D-ACEA-F8CF7F075BEB}" dt="2026-01-08T17:37:45.552" v="8706" actId="1076"/>
          <ac:spMkLst>
            <pc:docMk/>
            <pc:sldMk cId="0" sldId="275"/>
            <ac:spMk id="6" creationId="{61F127DE-0FF9-3A46-1994-AC1B00334736}"/>
          </ac:spMkLst>
        </pc:spChg>
        <pc:spChg chg="add mod">
          <ac:chgData name="Nguyễn Hường" userId="e0ea289e582bdc30" providerId="LiveId" clId="{3176A5FA-04C7-4F6D-ACEA-F8CF7F075BEB}" dt="2026-01-08T17:37:32.398" v="8704" actId="1076"/>
          <ac:spMkLst>
            <pc:docMk/>
            <pc:sldMk cId="0" sldId="275"/>
            <ac:spMk id="7" creationId="{A9EE1570-605D-672D-C05F-792BA67C6C61}"/>
          </ac:spMkLst>
        </pc:spChg>
        <pc:spChg chg="del">
          <ac:chgData name="Nguyễn Hường" userId="e0ea289e582bdc30" providerId="LiveId" clId="{3176A5FA-04C7-4F6D-ACEA-F8CF7F075BEB}" dt="2026-01-08T17:35:10.061" v="8554" actId="478"/>
          <ac:spMkLst>
            <pc:docMk/>
            <pc:sldMk cId="0" sldId="275"/>
            <ac:spMk id="294" creationId="{00000000-0000-0000-0000-000000000000}"/>
          </ac:spMkLst>
        </pc:spChg>
        <pc:spChg chg="del">
          <ac:chgData name="Nguyễn Hường" userId="e0ea289e582bdc30" providerId="LiveId" clId="{3176A5FA-04C7-4F6D-ACEA-F8CF7F075BEB}" dt="2026-01-08T17:35:13.593" v="8555" actId="478"/>
          <ac:spMkLst>
            <pc:docMk/>
            <pc:sldMk cId="0" sldId="275"/>
            <ac:spMk id="295" creationId="{00000000-0000-0000-0000-000000000000}"/>
          </ac:spMkLst>
        </pc:spChg>
        <pc:picChg chg="add mod">
          <ac:chgData name="Nguyễn Hường" userId="e0ea289e582bdc30" providerId="LiveId" clId="{3176A5FA-04C7-4F6D-ACEA-F8CF7F075BEB}" dt="2025-12-21T05:12:37.092" v="5112" actId="1076"/>
          <ac:picMkLst>
            <pc:docMk/>
            <pc:sldMk cId="0" sldId="275"/>
            <ac:picMk id="2" creationId="{CEC4D0EA-0273-F472-3DDC-78D0A4976E54}"/>
          </ac:picMkLst>
        </pc:picChg>
        <pc:picChg chg="add mod">
          <ac:chgData name="Nguyễn Hường" userId="e0ea289e582bdc30" providerId="LiveId" clId="{3176A5FA-04C7-4F6D-ACEA-F8CF7F075BEB}" dt="2026-01-08T17:36:28.847" v="8568" actId="1076"/>
          <ac:picMkLst>
            <pc:docMk/>
            <pc:sldMk cId="0" sldId="275"/>
            <ac:picMk id="5" creationId="{26A651EB-9A3D-32A3-2B6C-5C51D7D81F96}"/>
          </ac:picMkLst>
        </pc:picChg>
        <pc:picChg chg="add del mod">
          <ac:chgData name="Nguyễn Hường" userId="e0ea289e582bdc30" providerId="LiveId" clId="{3176A5FA-04C7-4F6D-ACEA-F8CF7F075BEB}" dt="2026-01-08T17:33:15.287" v="8475" actId="478"/>
          <ac:picMkLst>
            <pc:docMk/>
            <pc:sldMk cId="0" sldId="275"/>
            <ac:picMk id="9" creationId="{256B4B35-3D58-7E1F-E02E-C515731EF7B5}"/>
          </ac:picMkLst>
        </pc:picChg>
        <pc:picChg chg="add del mod">
          <ac:chgData name="Nguyễn Hường" userId="e0ea289e582bdc30" providerId="LiveId" clId="{3176A5FA-04C7-4F6D-ACEA-F8CF7F075BEB}" dt="2026-01-08T17:33:16.370" v="8476" actId="478"/>
          <ac:picMkLst>
            <pc:docMk/>
            <pc:sldMk cId="0" sldId="275"/>
            <ac:picMk id="11" creationId="{C7D2F2D2-F0A2-DD5E-6778-66979BFD739F}"/>
          </ac:picMkLst>
        </pc:picChg>
        <pc:picChg chg="del">
          <ac:chgData name="Nguyễn Hường" userId="e0ea289e582bdc30" providerId="LiveId" clId="{3176A5FA-04C7-4F6D-ACEA-F8CF7F075BEB}" dt="2026-01-08T17:33:52.723" v="8550" actId="478"/>
          <ac:picMkLst>
            <pc:docMk/>
            <pc:sldMk cId="0" sldId="275"/>
            <ac:picMk id="299" creationId="{00000000-0000-0000-0000-000000000000}"/>
          </ac:picMkLst>
        </pc:picChg>
      </pc:sldChg>
      <pc:sldChg chg="addSp delSp modSp new mod setBg delDesignElem chgLayout modNotesTx">
        <pc:chgData name="Nguyễn Hường" userId="e0ea289e582bdc30" providerId="LiveId" clId="{3176A5FA-04C7-4F6D-ACEA-F8CF7F075BEB}" dt="2025-12-21T07:00:15.588" v="7705" actId="1076"/>
        <pc:sldMkLst>
          <pc:docMk/>
          <pc:sldMk cId="2779368184" sldId="284"/>
        </pc:sldMkLst>
        <pc:spChg chg="add mod">
          <ac:chgData name="Nguyễn Hường" userId="e0ea289e582bdc30" providerId="LiveId" clId="{3176A5FA-04C7-4F6D-ACEA-F8CF7F075BEB}" dt="2025-12-21T07:00:09.271" v="7703" actId="1076"/>
          <ac:spMkLst>
            <pc:docMk/>
            <pc:sldMk cId="2779368184" sldId="284"/>
            <ac:spMk id="7" creationId="{D738787E-8087-42A2-6B91-43D094E96F96}"/>
          </ac:spMkLst>
        </pc:spChg>
        <pc:picChg chg="add mod ord">
          <ac:chgData name="Nguyễn Hường" userId="e0ea289e582bdc30" providerId="LiveId" clId="{3176A5FA-04C7-4F6D-ACEA-F8CF7F075BEB}" dt="2025-12-21T06:44:45.419" v="7575" actId="27614"/>
          <ac:picMkLst>
            <pc:docMk/>
            <pc:sldMk cId="2779368184" sldId="284"/>
            <ac:picMk id="3" creationId="{06C5CFD1-3572-B1B0-007B-31CDB20FD00E}"/>
          </ac:picMkLst>
        </pc:picChg>
        <pc:picChg chg="add mod">
          <ac:chgData name="Nguyễn Hường" userId="e0ea289e582bdc30" providerId="LiveId" clId="{3176A5FA-04C7-4F6D-ACEA-F8CF7F075BEB}" dt="2025-12-21T06:53:10.581" v="7596" actId="14100"/>
          <ac:picMkLst>
            <pc:docMk/>
            <pc:sldMk cId="2779368184" sldId="284"/>
            <ac:picMk id="6" creationId="{CB5EF669-935F-6FCC-5C97-A10843ACBA54}"/>
          </ac:picMkLst>
        </pc:picChg>
        <pc:picChg chg="add mod">
          <ac:chgData name="Nguyễn Hường" userId="e0ea289e582bdc30" providerId="LiveId" clId="{3176A5FA-04C7-4F6D-ACEA-F8CF7F075BEB}" dt="2025-12-21T07:00:15.588" v="7705" actId="1076"/>
          <ac:picMkLst>
            <pc:docMk/>
            <pc:sldMk cId="2779368184" sldId="284"/>
            <ac:picMk id="1030" creationId="{9F392E94-BAD6-C23C-0D3D-B51BD2A4B506}"/>
          </ac:picMkLst>
        </pc:picChg>
      </pc:sldChg>
      <pc:sldChg chg="addSp delSp modSp add del mod modNotesTx">
        <pc:chgData name="Nguyễn Hường" userId="e0ea289e582bdc30" providerId="LiveId" clId="{3176A5FA-04C7-4F6D-ACEA-F8CF7F075BEB}" dt="2026-01-08T17:46:39.688" v="8761" actId="47"/>
        <pc:sldMkLst>
          <pc:docMk/>
          <pc:sldMk cId="0" sldId="286"/>
        </pc:sldMkLst>
      </pc:sldChg>
      <pc:sldChg chg="addSp delSp modSp add del mod">
        <pc:chgData name="Nguyễn Hường" userId="e0ea289e582bdc30" providerId="LiveId" clId="{3176A5FA-04C7-4F6D-ACEA-F8CF7F075BEB}" dt="2026-01-08T17:46:42.182" v="8762" actId="47"/>
        <pc:sldMkLst>
          <pc:docMk/>
          <pc:sldMk cId="2245951525" sldId="287"/>
        </pc:sldMkLst>
      </pc:sldChg>
      <pc:sldChg chg="addSp delSp modSp add del mod setBg modAnim modNotesTx">
        <pc:chgData name="Nguyễn Hường" userId="e0ea289e582bdc30" providerId="LiveId" clId="{3176A5FA-04C7-4F6D-ACEA-F8CF7F075BEB}" dt="2026-01-08T17:56:58.786" v="8932" actId="26606"/>
        <pc:sldMkLst>
          <pc:docMk/>
          <pc:sldMk cId="3734608683" sldId="289"/>
        </pc:sldMkLst>
        <pc:spChg chg="mod ord">
          <ac:chgData name="Nguyễn Hường" userId="e0ea289e582bdc30" providerId="LiveId" clId="{3176A5FA-04C7-4F6D-ACEA-F8CF7F075BEB}" dt="2026-01-08T17:56:58.786" v="8932" actId="26606"/>
          <ac:spMkLst>
            <pc:docMk/>
            <pc:sldMk cId="3734608683" sldId="289"/>
            <ac:spMk id="2" creationId="{37EAE787-F1C5-C492-9729-5887AE5CB726}"/>
          </ac:spMkLst>
        </pc:spChg>
        <pc:spChg chg="add mod">
          <ac:chgData name="Nguyễn Hường" userId="e0ea289e582bdc30" providerId="LiveId" clId="{3176A5FA-04C7-4F6D-ACEA-F8CF7F075BEB}" dt="2026-01-08T17:56:58.786" v="8932" actId="26606"/>
          <ac:spMkLst>
            <pc:docMk/>
            <pc:sldMk cId="3734608683" sldId="289"/>
            <ac:spMk id="5" creationId="{225F3555-4C0E-C074-64D7-766C3A6AB435}"/>
          </ac:spMkLst>
        </pc:spChg>
        <pc:spChg chg="add del mod">
          <ac:chgData name="Nguyễn Hường" userId="e0ea289e582bdc30" providerId="LiveId" clId="{3176A5FA-04C7-4F6D-ACEA-F8CF7F075BEB}" dt="2026-01-08T17:48:35.928" v="8923" actId="478"/>
          <ac:spMkLst>
            <pc:docMk/>
            <pc:sldMk cId="3734608683" sldId="289"/>
            <ac:spMk id="6" creationId="{1807EEC1-9F32-0B3F-5C79-247EDEE6016F}"/>
          </ac:spMkLst>
        </pc:spChg>
        <pc:spChg chg="mod">
          <ac:chgData name="Nguyễn Hường" userId="e0ea289e582bdc30" providerId="LiveId" clId="{3176A5FA-04C7-4F6D-ACEA-F8CF7F075BEB}" dt="2026-01-08T17:56:58.786" v="8932" actId="26606"/>
          <ac:spMkLst>
            <pc:docMk/>
            <pc:sldMk cId="3734608683" sldId="289"/>
            <ac:spMk id="373" creationId="{61402509-7F4C-6447-78CA-B39F8689AD40}"/>
          </ac:spMkLst>
        </pc:spChg>
        <pc:spChg chg="add">
          <ac:chgData name="Nguyễn Hường" userId="e0ea289e582bdc30" providerId="LiveId" clId="{3176A5FA-04C7-4F6D-ACEA-F8CF7F075BEB}" dt="2026-01-08T17:56:58.786" v="8932" actId="26606"/>
          <ac:spMkLst>
            <pc:docMk/>
            <pc:sldMk cId="3734608683" sldId="289"/>
            <ac:spMk id="378" creationId="{F0A604E4-7307-451C-93BE-F1F7E1BF3BF8}"/>
          </ac:spMkLst>
        </pc:spChg>
        <pc:spChg chg="add">
          <ac:chgData name="Nguyễn Hường" userId="e0ea289e582bdc30" providerId="LiveId" clId="{3176A5FA-04C7-4F6D-ACEA-F8CF7F075BEB}" dt="2026-01-08T17:56:58.786" v="8932" actId="26606"/>
          <ac:spMkLst>
            <pc:docMk/>
            <pc:sldMk cId="3734608683" sldId="289"/>
            <ac:spMk id="380" creationId="{F7F3A0AA-35E5-4085-942B-737839030604}"/>
          </ac:spMkLst>
        </pc:spChg>
        <pc:spChg chg="add">
          <ac:chgData name="Nguyễn Hường" userId="e0ea289e582bdc30" providerId="LiveId" clId="{3176A5FA-04C7-4F6D-ACEA-F8CF7F075BEB}" dt="2026-01-08T17:56:58.786" v="8932" actId="26606"/>
          <ac:spMkLst>
            <pc:docMk/>
            <pc:sldMk cId="3734608683" sldId="289"/>
            <ac:spMk id="382" creationId="{402F5C38-C747-4173-ABBF-656E39E82130}"/>
          </ac:spMkLst>
        </pc:spChg>
        <pc:spChg chg="add">
          <ac:chgData name="Nguyễn Hường" userId="e0ea289e582bdc30" providerId="LiveId" clId="{3176A5FA-04C7-4F6D-ACEA-F8CF7F075BEB}" dt="2026-01-08T17:56:58.786" v="8932" actId="26606"/>
          <ac:spMkLst>
            <pc:docMk/>
            <pc:sldMk cId="3734608683" sldId="289"/>
            <ac:spMk id="384" creationId="{E37EECFC-A684-4391-AE85-4CDAF5565F61}"/>
          </ac:spMkLst>
        </pc:spChg>
        <pc:picChg chg="add del mod">
          <ac:chgData name="Nguyễn Hường" userId="e0ea289e582bdc30" providerId="LiveId" clId="{3176A5FA-04C7-4F6D-ACEA-F8CF7F075BEB}" dt="2026-01-08T17:47:01.460" v="8766" actId="478"/>
          <ac:picMkLst>
            <pc:docMk/>
            <pc:sldMk cId="3734608683" sldId="289"/>
            <ac:picMk id="4" creationId="{F618E692-6685-D1F8-C2B9-F7F9361C04C1}"/>
          </ac:picMkLst>
        </pc:picChg>
        <pc:picChg chg="add mod">
          <ac:chgData name="Nguyễn Hường" userId="e0ea289e582bdc30" providerId="LiveId" clId="{3176A5FA-04C7-4F6D-ACEA-F8CF7F075BEB}" dt="2026-01-08T17:56:58.786" v="8932" actId="26606"/>
          <ac:picMkLst>
            <pc:docMk/>
            <pc:sldMk cId="3734608683" sldId="289"/>
            <ac:picMk id="7" creationId="{227F4E46-A264-43CF-D4F6-E236FF46C4D8}"/>
          </ac:picMkLst>
        </pc:picChg>
        <pc:picChg chg="add del mod">
          <ac:chgData name="Nguyễn Hường" userId="e0ea289e582bdc30" providerId="LiveId" clId="{3176A5FA-04C7-4F6D-ACEA-F8CF7F075BEB}" dt="2026-01-08T17:47:02.375" v="8767" actId="478"/>
          <ac:picMkLst>
            <pc:docMk/>
            <pc:sldMk cId="3734608683" sldId="289"/>
            <ac:picMk id="13" creationId="{4AE485F8-0BC2-823C-9ED6-1734B2C61A77}"/>
          </ac:picMkLst>
        </pc:picChg>
      </pc:sldChg>
      <pc:sldChg chg="addSp delSp modSp add mod">
        <pc:chgData name="Nguyễn Hường" userId="e0ea289e582bdc30" providerId="LiveId" clId="{3176A5FA-04C7-4F6D-ACEA-F8CF7F075BEB}" dt="2026-01-08T17:45:33.058" v="8760" actId="1076"/>
        <pc:sldMkLst>
          <pc:docMk/>
          <pc:sldMk cId="2122681014" sldId="290"/>
        </pc:sldMkLst>
        <pc:spChg chg="del mod">
          <ac:chgData name="Nguyễn Hường" userId="e0ea289e582bdc30" providerId="LiveId" clId="{3176A5FA-04C7-4F6D-ACEA-F8CF7F075BEB}" dt="2026-01-08T17:38:56.971" v="8709" actId="478"/>
          <ac:spMkLst>
            <pc:docMk/>
            <pc:sldMk cId="2122681014" sldId="290"/>
            <ac:spMk id="6" creationId="{4AA5771D-54F8-B6CE-1E28-A9ADC90D0359}"/>
          </ac:spMkLst>
        </pc:spChg>
        <pc:spChg chg="add del">
          <ac:chgData name="Nguyễn Hường" userId="e0ea289e582bdc30" providerId="LiveId" clId="{3176A5FA-04C7-4F6D-ACEA-F8CF7F075BEB}" dt="2026-01-08T17:39:02.856" v="8712" actId="22"/>
          <ac:spMkLst>
            <pc:docMk/>
            <pc:sldMk cId="2122681014" sldId="290"/>
            <ac:spMk id="7" creationId="{B3FF69D5-112C-16B6-4DA6-486823F22A55}"/>
          </ac:spMkLst>
        </pc:spChg>
        <pc:spChg chg="add del mod">
          <ac:chgData name="Nguyễn Hường" userId="e0ea289e582bdc30" providerId="LiveId" clId="{3176A5FA-04C7-4F6D-ACEA-F8CF7F075BEB}" dt="2026-01-08T17:39:15.458" v="8720" actId="478"/>
          <ac:spMkLst>
            <pc:docMk/>
            <pc:sldMk cId="2122681014" sldId="290"/>
            <ac:spMk id="9" creationId="{9E6BCF54-AAF3-1AD8-1393-1569A32CAACB}"/>
          </ac:spMkLst>
        </pc:spChg>
        <pc:spChg chg="add mod">
          <ac:chgData name="Nguyễn Hường" userId="e0ea289e582bdc30" providerId="LiveId" clId="{3176A5FA-04C7-4F6D-ACEA-F8CF7F075BEB}" dt="2026-01-08T17:45:29.798" v="8759" actId="1036"/>
          <ac:spMkLst>
            <pc:docMk/>
            <pc:sldMk cId="2122681014" sldId="290"/>
            <ac:spMk id="11" creationId="{9E283D05-20D4-98DE-E69E-754D3926C4C0}"/>
          </ac:spMkLst>
        </pc:spChg>
        <pc:picChg chg="add del mod">
          <ac:chgData name="Nguyễn Hường" userId="e0ea289e582bdc30" providerId="LiveId" clId="{3176A5FA-04C7-4F6D-ACEA-F8CF7F075BEB}" dt="2026-01-08T17:38:54.810" v="8708" actId="478"/>
          <ac:picMkLst>
            <pc:docMk/>
            <pc:sldMk cId="2122681014" sldId="290"/>
            <ac:picMk id="5" creationId="{9895638C-2C0D-0DFE-721C-A5F2B0ADBED3}"/>
          </ac:picMkLst>
        </pc:picChg>
        <pc:picChg chg="add mod">
          <ac:chgData name="Nguyễn Hường" userId="e0ea289e582bdc30" providerId="LiveId" clId="{3176A5FA-04C7-4F6D-ACEA-F8CF7F075BEB}" dt="2026-01-08T17:45:33.058" v="8760" actId="1076"/>
          <ac:picMkLst>
            <pc:docMk/>
            <pc:sldMk cId="2122681014" sldId="290"/>
            <ac:picMk id="13" creationId="{B1A47D81-89EA-FAD4-DA46-1CBB74D2FAFA}"/>
          </ac:picMkLst>
        </pc:picChg>
        <pc:picChg chg="del">
          <ac:chgData name="Nguyễn Hường" userId="e0ea289e582bdc30" providerId="LiveId" clId="{3176A5FA-04C7-4F6D-ACEA-F8CF7F075BEB}" dt="2026-01-08T17:38:58.023" v="8710" actId="478"/>
          <ac:picMkLst>
            <pc:docMk/>
            <pc:sldMk cId="2122681014" sldId="290"/>
            <ac:picMk id="299" creationId="{C05206FF-2FB1-F250-D877-339F19763B72}"/>
          </ac:picMkLst>
        </pc:picChg>
      </pc:sldChg>
      <pc:sldChg chg="addSp delSp modSp add del mod">
        <pc:chgData name="Nguyễn Hường" userId="e0ea289e582bdc30" providerId="LiveId" clId="{3176A5FA-04C7-4F6D-ACEA-F8CF7F075BEB}" dt="2026-01-08T17:46:46.285" v="8763" actId="47"/>
        <pc:sldMkLst>
          <pc:docMk/>
          <pc:sldMk cId="1517977066" sldId="291"/>
        </pc:sldMkLst>
      </pc:sldChg>
      <pc:sldChg chg="addSp delSp modSp add mod setBg addAnim delAnim modAnim">
        <pc:chgData name="Nguyễn Hường" userId="e0ea289e582bdc30" providerId="LiveId" clId="{3176A5FA-04C7-4F6D-ACEA-F8CF7F075BEB}" dt="2026-01-08T18:00:38.647" v="8953" actId="1076"/>
        <pc:sldMkLst>
          <pc:docMk/>
          <pc:sldMk cId="1785298993" sldId="292"/>
        </pc:sldMkLst>
        <pc:spChg chg="ord">
          <ac:chgData name="Nguyễn Hường" userId="e0ea289e582bdc30" providerId="LiveId" clId="{3176A5FA-04C7-4F6D-ACEA-F8CF7F075BEB}" dt="2026-01-08T18:00:03.616" v="8949" actId="26606"/>
          <ac:spMkLst>
            <pc:docMk/>
            <pc:sldMk cId="1785298993" sldId="292"/>
            <ac:spMk id="2" creationId="{FB5A6C72-D52E-1258-2902-1377491DBCB5}"/>
          </ac:spMkLst>
        </pc:spChg>
        <pc:spChg chg="del mod">
          <ac:chgData name="Nguyễn Hường" userId="e0ea289e582bdc30" providerId="LiveId" clId="{3176A5FA-04C7-4F6D-ACEA-F8CF7F075BEB}" dt="2026-01-08T17:58:18.195" v="8937" actId="478"/>
          <ac:spMkLst>
            <pc:docMk/>
            <pc:sldMk cId="1785298993" sldId="292"/>
            <ac:spMk id="5" creationId="{B53D51AA-1F6A-19F5-0534-C3177CD89832}"/>
          </ac:spMkLst>
        </pc:spChg>
        <pc:spChg chg="add del mod">
          <ac:chgData name="Nguyễn Hường" userId="e0ea289e582bdc30" providerId="LiveId" clId="{3176A5FA-04C7-4F6D-ACEA-F8CF7F075BEB}" dt="2026-01-08T17:58:16.483" v="8936" actId="478"/>
          <ac:spMkLst>
            <pc:docMk/>
            <pc:sldMk cId="1785298993" sldId="292"/>
            <ac:spMk id="8" creationId="{0BBD2AD0-9FC4-5BEA-6AC0-725D0D4CFF10}"/>
          </ac:spMkLst>
        </pc:spChg>
        <pc:spChg chg="add del mod">
          <ac:chgData name="Nguyễn Hường" userId="e0ea289e582bdc30" providerId="LiveId" clId="{3176A5FA-04C7-4F6D-ACEA-F8CF7F075BEB}" dt="2026-01-08T17:58:13.060" v="8935" actId="478"/>
          <ac:spMkLst>
            <pc:docMk/>
            <pc:sldMk cId="1785298993" sldId="292"/>
            <ac:spMk id="11" creationId="{E33558ED-7AC9-1686-48D8-0D5F73346498}"/>
          </ac:spMkLst>
        </pc:spChg>
        <pc:spChg chg="mod">
          <ac:chgData name="Nguyễn Hường" userId="e0ea289e582bdc30" providerId="LiveId" clId="{3176A5FA-04C7-4F6D-ACEA-F8CF7F075BEB}" dt="2026-01-08T18:00:38.647" v="8953" actId="1076"/>
          <ac:spMkLst>
            <pc:docMk/>
            <pc:sldMk cId="1785298993" sldId="292"/>
            <ac:spMk id="373" creationId="{74709427-724B-B2BF-53B4-0B31FDF9448F}"/>
          </ac:spMkLst>
        </pc:spChg>
        <pc:spChg chg="add">
          <ac:chgData name="Nguyễn Hường" userId="e0ea289e582bdc30" providerId="LiveId" clId="{3176A5FA-04C7-4F6D-ACEA-F8CF7F075BEB}" dt="2026-01-08T18:00:03.616" v="8949" actId="26606"/>
          <ac:spMkLst>
            <pc:docMk/>
            <pc:sldMk cId="1785298993" sldId="292"/>
            <ac:spMk id="1031" creationId="{362D44EE-C852-4460-B8B5-C4F2BC20510C}"/>
          </ac:spMkLst>
        </pc:spChg>
        <pc:spChg chg="add">
          <ac:chgData name="Nguyễn Hường" userId="e0ea289e582bdc30" providerId="LiveId" clId="{3176A5FA-04C7-4F6D-ACEA-F8CF7F075BEB}" dt="2026-01-08T18:00:03.616" v="8949" actId="26606"/>
          <ac:spMkLst>
            <pc:docMk/>
            <pc:sldMk cId="1785298993" sldId="292"/>
            <ac:spMk id="1033" creationId="{658970D8-8D1D-4B5C-894B-E871CC86543D}"/>
          </ac:spMkLst>
        </pc:spChg>
        <pc:spChg chg="add">
          <ac:chgData name="Nguyễn Hường" userId="e0ea289e582bdc30" providerId="LiveId" clId="{3176A5FA-04C7-4F6D-ACEA-F8CF7F075BEB}" dt="2026-01-08T18:00:03.616" v="8949" actId="26606"/>
          <ac:spMkLst>
            <pc:docMk/>
            <pc:sldMk cId="1785298993" sldId="292"/>
            <ac:spMk id="1035" creationId="{F227E5B6-9132-43CA-B503-37A18562ADF2}"/>
          </ac:spMkLst>
        </pc:spChg>
        <pc:spChg chg="add">
          <ac:chgData name="Nguyễn Hường" userId="e0ea289e582bdc30" providerId="LiveId" clId="{3176A5FA-04C7-4F6D-ACEA-F8CF7F075BEB}" dt="2026-01-08T18:00:03.616" v="8949" actId="26606"/>
          <ac:spMkLst>
            <pc:docMk/>
            <pc:sldMk cId="1785298993" sldId="292"/>
            <ac:spMk id="1037" creationId="{03C2051E-A88D-48E5-BACF-AAED17892722}"/>
          </ac:spMkLst>
        </pc:spChg>
        <pc:spChg chg="add">
          <ac:chgData name="Nguyễn Hường" userId="e0ea289e582bdc30" providerId="LiveId" clId="{3176A5FA-04C7-4F6D-ACEA-F8CF7F075BEB}" dt="2026-01-08T18:00:03.616" v="8949" actId="26606"/>
          <ac:spMkLst>
            <pc:docMk/>
            <pc:sldMk cId="1785298993" sldId="292"/>
            <ac:spMk id="1039" creationId="{7821A508-2985-4905-874A-527429BAABFA}"/>
          </ac:spMkLst>
        </pc:spChg>
        <pc:spChg chg="add">
          <ac:chgData name="Nguyễn Hường" userId="e0ea289e582bdc30" providerId="LiveId" clId="{3176A5FA-04C7-4F6D-ACEA-F8CF7F075BEB}" dt="2026-01-08T18:00:03.616" v="8949" actId="26606"/>
          <ac:spMkLst>
            <pc:docMk/>
            <pc:sldMk cId="1785298993" sldId="292"/>
            <ac:spMk id="1041" creationId="{D2929CB1-0E3C-4B2D-ADC5-0154FB33BA44}"/>
          </ac:spMkLst>
        </pc:spChg>
        <pc:spChg chg="add">
          <ac:chgData name="Nguyễn Hường" userId="e0ea289e582bdc30" providerId="LiveId" clId="{3176A5FA-04C7-4F6D-ACEA-F8CF7F075BEB}" dt="2026-01-08T18:00:03.616" v="8949" actId="26606"/>
          <ac:spMkLst>
            <pc:docMk/>
            <pc:sldMk cId="1785298993" sldId="292"/>
            <ac:spMk id="1043" creationId="{5F2F0C84-BE8C-4DC2-A6D3-30349A801D5C}"/>
          </ac:spMkLst>
        </pc:spChg>
        <pc:picChg chg="add del mod">
          <ac:chgData name="Nguyễn Hường" userId="e0ea289e582bdc30" providerId="LiveId" clId="{3176A5FA-04C7-4F6D-ACEA-F8CF7F075BEB}" dt="2026-01-08T17:58:10.504" v="8933" actId="478"/>
          <ac:picMkLst>
            <pc:docMk/>
            <pc:sldMk cId="1785298993" sldId="292"/>
            <ac:picMk id="7" creationId="{870C6B47-8312-6ED1-58F2-F412A6BD4763}"/>
          </ac:picMkLst>
        </pc:picChg>
        <pc:picChg chg="add del mod">
          <ac:chgData name="Nguyễn Hường" userId="e0ea289e582bdc30" providerId="LiveId" clId="{3176A5FA-04C7-4F6D-ACEA-F8CF7F075BEB}" dt="2026-01-08T17:58:11.392" v="8934" actId="478"/>
          <ac:picMkLst>
            <pc:docMk/>
            <pc:sldMk cId="1785298993" sldId="292"/>
            <ac:picMk id="10" creationId="{8F0C8584-272D-1AE1-AA3F-40787980B2D3}"/>
          </ac:picMkLst>
        </pc:picChg>
        <pc:picChg chg="add mod">
          <ac:chgData name="Nguyễn Hường" userId="e0ea289e582bdc30" providerId="LiveId" clId="{3176A5FA-04C7-4F6D-ACEA-F8CF7F075BEB}" dt="2026-01-08T18:00:03.616" v="8949" actId="26606"/>
          <ac:picMkLst>
            <pc:docMk/>
            <pc:sldMk cId="1785298993" sldId="292"/>
            <ac:picMk id="1026" creationId="{999B7BC2-3FCB-D2FB-986B-E0815CF4E007}"/>
          </ac:picMkLst>
        </pc:picChg>
      </pc:sldChg>
      <pc:sldChg chg="addSp delSp modSp add mod delAnim modAnim">
        <pc:chgData name="Nguyễn Hường" userId="e0ea289e582bdc30" providerId="LiveId" clId="{3176A5FA-04C7-4F6D-ACEA-F8CF7F075BEB}" dt="2026-01-08T18:30:20.475" v="9905" actId="1076"/>
        <pc:sldMkLst>
          <pc:docMk/>
          <pc:sldMk cId="3440245408" sldId="293"/>
        </pc:sldMkLst>
        <pc:spChg chg="add mod">
          <ac:chgData name="Nguyễn Hường" userId="e0ea289e582bdc30" providerId="LiveId" clId="{3176A5FA-04C7-4F6D-ACEA-F8CF7F075BEB}" dt="2026-01-08T18:24:47.151" v="9815" actId="20577"/>
          <ac:spMkLst>
            <pc:docMk/>
            <pc:sldMk cId="3440245408" sldId="293"/>
            <ac:spMk id="2" creationId="{A3F76854-566E-D098-7926-46432C986DE3}"/>
          </ac:spMkLst>
        </pc:spChg>
        <pc:spChg chg="add mod">
          <ac:chgData name="Nguyễn Hường" userId="e0ea289e582bdc30" providerId="LiveId" clId="{3176A5FA-04C7-4F6D-ACEA-F8CF7F075BEB}" dt="2026-01-08T18:26:24.374" v="9843" actId="14100"/>
          <ac:spMkLst>
            <pc:docMk/>
            <pc:sldMk cId="3440245408" sldId="293"/>
            <ac:spMk id="7" creationId="{79D828D6-C5CA-C57E-EC19-546736DD964A}"/>
          </ac:spMkLst>
        </pc:spChg>
        <pc:spChg chg="add del">
          <ac:chgData name="Nguyễn Hường" userId="e0ea289e582bdc30" providerId="LiveId" clId="{3176A5FA-04C7-4F6D-ACEA-F8CF7F075BEB}" dt="2026-01-08T18:26:46.137" v="9845" actId="22"/>
          <ac:spMkLst>
            <pc:docMk/>
            <pc:sldMk cId="3440245408" sldId="293"/>
            <ac:spMk id="8" creationId="{B40FC38E-B2FB-29E7-FE10-053FF823FD3A}"/>
          </ac:spMkLst>
        </pc:spChg>
        <pc:spChg chg="add del">
          <ac:chgData name="Nguyễn Hường" userId="e0ea289e582bdc30" providerId="LiveId" clId="{3176A5FA-04C7-4F6D-ACEA-F8CF7F075BEB}" dt="2026-01-08T18:26:50.483" v="9849" actId="22"/>
          <ac:spMkLst>
            <pc:docMk/>
            <pc:sldMk cId="3440245408" sldId="293"/>
            <ac:spMk id="10" creationId="{0B0F050C-B1F2-C33F-38CD-5E12305C4611}"/>
          </ac:spMkLst>
        </pc:spChg>
        <pc:spChg chg="add del mod">
          <ac:chgData name="Nguyễn Hường" userId="e0ea289e582bdc30" providerId="LiveId" clId="{3176A5FA-04C7-4F6D-ACEA-F8CF7F075BEB}" dt="2026-01-08T18:23:54.891" v="9805" actId="478"/>
          <ac:spMkLst>
            <pc:docMk/>
            <pc:sldMk cId="3440245408" sldId="293"/>
            <ac:spMk id="11" creationId="{F70F9B9A-B674-CFC3-DC11-78FE1FDD0106}"/>
          </ac:spMkLst>
        </pc:spChg>
        <pc:spChg chg="add del mod">
          <ac:chgData name="Nguyễn Hường" userId="e0ea289e582bdc30" providerId="LiveId" clId="{3176A5FA-04C7-4F6D-ACEA-F8CF7F075BEB}" dt="2026-01-08T18:23:56.728" v="9806" actId="478"/>
          <ac:spMkLst>
            <pc:docMk/>
            <pc:sldMk cId="3440245408" sldId="293"/>
            <ac:spMk id="12" creationId="{EDD35E04-65BE-09CA-26B8-5254C03CF732}"/>
          </ac:spMkLst>
        </pc:spChg>
        <pc:spChg chg="add del mod">
          <ac:chgData name="Nguyễn Hường" userId="e0ea289e582bdc30" providerId="LiveId" clId="{3176A5FA-04C7-4F6D-ACEA-F8CF7F075BEB}" dt="2026-01-08T18:23:57.991" v="9807" actId="478"/>
          <ac:spMkLst>
            <pc:docMk/>
            <pc:sldMk cId="3440245408" sldId="293"/>
            <ac:spMk id="15" creationId="{57E4B45C-6559-A2F3-72F3-B19A82ACD114}"/>
          </ac:spMkLst>
        </pc:spChg>
        <pc:spChg chg="add mod">
          <ac:chgData name="Nguyễn Hường" userId="e0ea289e582bdc30" providerId="LiveId" clId="{3176A5FA-04C7-4F6D-ACEA-F8CF7F075BEB}" dt="2026-01-08T18:27:51.402" v="9895" actId="208"/>
          <ac:spMkLst>
            <pc:docMk/>
            <pc:sldMk cId="3440245408" sldId="293"/>
            <ac:spMk id="16" creationId="{6C44AB43-0EE6-3CB6-EA50-6CD9C2D4EA33}"/>
          </ac:spMkLst>
        </pc:spChg>
        <pc:spChg chg="add mod">
          <ac:chgData name="Nguyễn Hường" userId="e0ea289e582bdc30" providerId="LiveId" clId="{3176A5FA-04C7-4F6D-ACEA-F8CF7F075BEB}" dt="2026-01-08T18:27:45.782" v="9894" actId="208"/>
          <ac:spMkLst>
            <pc:docMk/>
            <pc:sldMk cId="3440245408" sldId="293"/>
            <ac:spMk id="17" creationId="{E102D7BE-18FA-D0ED-62A4-3461F6C2ABC7}"/>
          </ac:spMkLst>
        </pc:spChg>
        <pc:spChg chg="add">
          <ac:chgData name="Nguyễn Hường" userId="e0ea289e582bdc30" providerId="LiveId" clId="{3176A5FA-04C7-4F6D-ACEA-F8CF7F075BEB}" dt="2026-01-08T18:30:12.299" v="9901"/>
          <ac:spMkLst>
            <pc:docMk/>
            <pc:sldMk cId="3440245408" sldId="293"/>
            <ac:spMk id="18" creationId="{C52D086B-532B-0492-33E6-DA514ED94430}"/>
          </ac:spMkLst>
        </pc:spChg>
        <pc:picChg chg="add mod">
          <ac:chgData name="Nguyễn Hường" userId="e0ea289e582bdc30" providerId="LiveId" clId="{3176A5FA-04C7-4F6D-ACEA-F8CF7F075BEB}" dt="2025-12-21T07:11:13.101" v="8094" actId="1076"/>
          <ac:picMkLst>
            <pc:docMk/>
            <pc:sldMk cId="3440245408" sldId="293"/>
            <ac:picMk id="4" creationId="{BF14B68D-2632-E3FD-D622-86383B0CC787}"/>
          </ac:picMkLst>
        </pc:picChg>
        <pc:picChg chg="add del mod">
          <ac:chgData name="Nguyễn Hường" userId="e0ea289e582bdc30" providerId="LiveId" clId="{3176A5FA-04C7-4F6D-ACEA-F8CF7F075BEB}" dt="2026-01-08T18:23:51.996" v="9803" actId="478"/>
          <ac:picMkLst>
            <pc:docMk/>
            <pc:sldMk cId="3440245408" sldId="293"/>
            <ac:picMk id="6" creationId="{EB4CEAE6-58A9-A472-DF74-14407758F78E}"/>
          </ac:picMkLst>
        </pc:picChg>
        <pc:picChg chg="add del mod">
          <ac:chgData name="Nguyễn Hường" userId="e0ea289e582bdc30" providerId="LiveId" clId="{3176A5FA-04C7-4F6D-ACEA-F8CF7F075BEB}" dt="2026-01-08T18:23:52.807" v="9804" actId="478"/>
          <ac:picMkLst>
            <pc:docMk/>
            <pc:sldMk cId="3440245408" sldId="293"/>
            <ac:picMk id="14" creationId="{7E1647EC-CD55-2FA4-F327-8F74E80D3B8A}"/>
          </ac:picMkLst>
        </pc:picChg>
        <pc:picChg chg="add mod">
          <ac:chgData name="Nguyễn Hường" userId="e0ea289e582bdc30" providerId="LiveId" clId="{3176A5FA-04C7-4F6D-ACEA-F8CF7F075BEB}" dt="2026-01-08T18:30:20.475" v="9905" actId="1076"/>
          <ac:picMkLst>
            <pc:docMk/>
            <pc:sldMk cId="3440245408" sldId="293"/>
            <ac:picMk id="19" creationId="{C7CE1E40-74A5-CEB0-F8D2-1E4886EB7E50}"/>
          </ac:picMkLst>
        </pc:picChg>
        <pc:picChg chg="add mod">
          <ac:chgData name="Nguyễn Hường" userId="e0ea289e582bdc30" providerId="LiveId" clId="{3176A5FA-04C7-4F6D-ACEA-F8CF7F075BEB}" dt="2026-01-08T18:29:00.390" v="9900" actId="167"/>
          <ac:picMkLst>
            <pc:docMk/>
            <pc:sldMk cId="3440245408" sldId="293"/>
            <ac:picMk id="2050" creationId="{2BABC939-3666-214E-EBA9-C403607BD047}"/>
          </ac:picMkLst>
        </pc:picChg>
      </pc:sldChg>
      <pc:sldChg chg="addSp delSp modSp add mod modAnim">
        <pc:chgData name="Nguyễn Hường" userId="e0ea289e582bdc30" providerId="LiveId" clId="{3176A5FA-04C7-4F6D-ACEA-F8CF7F075BEB}" dt="2026-01-08T18:07:47.880" v="9646" actId="14100"/>
        <pc:sldMkLst>
          <pc:docMk/>
          <pc:sldMk cId="3744561765" sldId="294"/>
        </pc:sldMkLst>
        <pc:spChg chg="mod">
          <ac:chgData name="Nguyễn Hường" userId="e0ea289e582bdc30" providerId="LiveId" clId="{3176A5FA-04C7-4F6D-ACEA-F8CF7F075BEB}" dt="2026-01-08T18:07:36.374" v="9644" actId="1035"/>
          <ac:spMkLst>
            <pc:docMk/>
            <pc:sldMk cId="3744561765" sldId="294"/>
            <ac:spMk id="4" creationId="{1AFEDE13-7ECF-7280-D250-802E1A469A44}"/>
          </ac:spMkLst>
        </pc:spChg>
        <pc:spChg chg="mod">
          <ac:chgData name="Nguyễn Hường" userId="e0ea289e582bdc30" providerId="LiveId" clId="{3176A5FA-04C7-4F6D-ACEA-F8CF7F075BEB}" dt="2026-01-08T18:07:47.880" v="9646" actId="14100"/>
          <ac:spMkLst>
            <pc:docMk/>
            <pc:sldMk cId="3744561765" sldId="294"/>
            <ac:spMk id="6" creationId="{AD0EF56F-9F13-56DB-13F1-3302B2588E9F}"/>
          </ac:spMkLst>
        </pc:spChg>
        <pc:spChg chg="del">
          <ac:chgData name="Nguyễn Hường" userId="e0ea289e582bdc30" providerId="LiveId" clId="{3176A5FA-04C7-4F6D-ACEA-F8CF7F075BEB}" dt="2026-01-08T18:06:52.816" v="9620" actId="26606"/>
          <ac:spMkLst>
            <pc:docMk/>
            <pc:sldMk cId="3744561765" sldId="294"/>
            <ac:spMk id="3079" creationId="{24DD7E7C-DB6E-B938-60BB-AE4A8B5AB66A}"/>
          </ac:spMkLst>
        </pc:spChg>
        <pc:spChg chg="del">
          <ac:chgData name="Nguyễn Hường" userId="e0ea289e582bdc30" providerId="LiveId" clId="{3176A5FA-04C7-4F6D-ACEA-F8CF7F075BEB}" dt="2026-01-08T18:06:52.816" v="9620" actId="26606"/>
          <ac:spMkLst>
            <pc:docMk/>
            <pc:sldMk cId="3744561765" sldId="294"/>
            <ac:spMk id="3081" creationId="{93A7CA1B-40E8-4A60-4589-C9F7D9EE5EAD}"/>
          </ac:spMkLst>
        </pc:spChg>
        <pc:spChg chg="add">
          <ac:chgData name="Nguyễn Hường" userId="e0ea289e582bdc30" providerId="LiveId" clId="{3176A5FA-04C7-4F6D-ACEA-F8CF7F075BEB}" dt="2026-01-08T18:06:52.816" v="9620" actId="26606"/>
          <ac:spMkLst>
            <pc:docMk/>
            <pc:sldMk cId="3744561765" sldId="294"/>
            <ac:spMk id="3086" creationId="{9D25F302-27C5-414F-97F8-6EA0A6C028BA}"/>
          </ac:spMkLst>
        </pc:spChg>
        <pc:spChg chg="add">
          <ac:chgData name="Nguyễn Hường" userId="e0ea289e582bdc30" providerId="LiveId" clId="{3176A5FA-04C7-4F6D-ACEA-F8CF7F075BEB}" dt="2026-01-08T18:06:52.816" v="9620" actId="26606"/>
          <ac:spMkLst>
            <pc:docMk/>
            <pc:sldMk cId="3744561765" sldId="294"/>
            <ac:spMk id="3088" creationId="{830A36F8-48C2-4842-A87B-8CE8DF4E7FD2}"/>
          </ac:spMkLst>
        </pc:spChg>
        <pc:spChg chg="add">
          <ac:chgData name="Nguyễn Hường" userId="e0ea289e582bdc30" providerId="LiveId" clId="{3176A5FA-04C7-4F6D-ACEA-F8CF7F075BEB}" dt="2026-01-08T18:06:52.816" v="9620" actId="26606"/>
          <ac:spMkLst>
            <pc:docMk/>
            <pc:sldMk cId="3744561765" sldId="294"/>
            <ac:spMk id="3090" creationId="{086A5A31-B10A-4793-84D4-D785959AE5B8}"/>
          </ac:spMkLst>
        </pc:spChg>
        <pc:picChg chg="add mod ord">
          <ac:chgData name="Nguyễn Hường" userId="e0ea289e582bdc30" providerId="LiveId" clId="{3176A5FA-04C7-4F6D-ACEA-F8CF7F075BEB}" dt="2026-01-08T18:06:52.816" v="9620" actId="26606"/>
          <ac:picMkLst>
            <pc:docMk/>
            <pc:sldMk cId="3744561765" sldId="294"/>
            <ac:picMk id="3" creationId="{A5D0EA94-0113-6CB3-451D-42B17367BE07}"/>
          </ac:picMkLst>
        </pc:picChg>
        <pc:picChg chg="del">
          <ac:chgData name="Nguyễn Hường" userId="e0ea289e582bdc30" providerId="LiveId" clId="{3176A5FA-04C7-4F6D-ACEA-F8CF7F075BEB}" dt="2026-01-08T18:05:50.331" v="9612" actId="478"/>
          <ac:picMkLst>
            <pc:docMk/>
            <pc:sldMk cId="3744561765" sldId="294"/>
            <ac:picMk id="5" creationId="{C33A49FA-8672-CD82-5064-2B087316C4CC}"/>
          </ac:picMkLst>
        </pc:picChg>
        <pc:picChg chg="mod ord">
          <ac:chgData name="Nguyễn Hường" userId="e0ea289e582bdc30" providerId="LiveId" clId="{3176A5FA-04C7-4F6D-ACEA-F8CF7F075BEB}" dt="2026-01-08T18:06:52.816" v="9620" actId="26606"/>
          <ac:picMkLst>
            <pc:docMk/>
            <pc:sldMk cId="3744561765" sldId="294"/>
            <ac:picMk id="3074" creationId="{F4B2535B-148B-F7A0-363B-E5A39BCCD314}"/>
          </ac:picMkLst>
        </pc:picChg>
      </pc:sldChg>
      <pc:sldChg chg="addSp delSp modSp add mod delAnim delDesignElem chgLayout">
        <pc:chgData name="Nguyễn Hường" userId="e0ea289e582bdc30" providerId="LiveId" clId="{3176A5FA-04C7-4F6D-ACEA-F8CF7F075BEB}" dt="2026-01-08T18:16:34.479" v="9745" actId="14100"/>
        <pc:sldMkLst>
          <pc:docMk/>
          <pc:sldMk cId="3295241409" sldId="295"/>
        </pc:sldMkLst>
        <pc:spChg chg="mod ord">
          <ac:chgData name="Nguyễn Hường" userId="e0ea289e582bdc30" providerId="LiveId" clId="{3176A5FA-04C7-4F6D-ACEA-F8CF7F075BEB}" dt="2026-01-08T18:15:47.731" v="9733" actId="26606"/>
          <ac:spMkLst>
            <pc:docMk/>
            <pc:sldMk cId="3295241409" sldId="295"/>
            <ac:spMk id="4" creationId="{B509377B-6E3A-AB1C-389C-E26DBD39C196}"/>
          </ac:spMkLst>
        </pc:spChg>
        <pc:spChg chg="del mod">
          <ac:chgData name="Nguyễn Hường" userId="e0ea289e582bdc30" providerId="LiveId" clId="{3176A5FA-04C7-4F6D-ACEA-F8CF7F075BEB}" dt="2026-01-08T18:08:37.598" v="9651" actId="478"/>
          <ac:spMkLst>
            <pc:docMk/>
            <pc:sldMk cId="3295241409" sldId="295"/>
            <ac:spMk id="6" creationId="{FC3AC30F-AF9C-13CC-C298-1D56BDD0A1E2}"/>
          </ac:spMkLst>
        </pc:spChg>
        <pc:spChg chg="ord">
          <ac:chgData name="Nguyễn Hường" userId="e0ea289e582bdc30" providerId="LiveId" clId="{3176A5FA-04C7-4F6D-ACEA-F8CF7F075BEB}" dt="2026-01-08T18:13:44.832" v="9718" actId="26606"/>
          <ac:spMkLst>
            <pc:docMk/>
            <pc:sldMk cId="3295241409" sldId="295"/>
            <ac:spMk id="19" creationId="{AE512ED2-82E3-7026-FEDA-643BE919317B}"/>
          </ac:spMkLst>
        </pc:spChg>
        <pc:spChg chg="add del">
          <ac:chgData name="Nguyễn Hường" userId="e0ea289e582bdc30" providerId="LiveId" clId="{3176A5FA-04C7-4F6D-ACEA-F8CF7F075BEB}" dt="2026-01-08T18:12:21" v="9707" actId="26606"/>
          <ac:spMkLst>
            <pc:docMk/>
            <pc:sldMk cId="3295241409" sldId="295"/>
            <ac:spMk id="21" creationId="{533BF18B-C8A1-400D-BBBD-6103EC90FE1A}"/>
          </ac:spMkLst>
        </pc:spChg>
        <pc:spChg chg="add del">
          <ac:chgData name="Nguyễn Hường" userId="e0ea289e582bdc30" providerId="LiveId" clId="{3176A5FA-04C7-4F6D-ACEA-F8CF7F075BEB}" dt="2026-01-08T18:12:21" v="9707" actId="26606"/>
          <ac:spMkLst>
            <pc:docMk/>
            <pc:sldMk cId="3295241409" sldId="295"/>
            <ac:spMk id="22" creationId="{99413ED5-9ED4-4772-BCE4-2BCAE6B12E35}"/>
          </ac:spMkLst>
        </pc:spChg>
        <pc:spChg chg="add del">
          <ac:chgData name="Nguyễn Hường" userId="e0ea289e582bdc30" providerId="LiveId" clId="{3176A5FA-04C7-4F6D-ACEA-F8CF7F075BEB}" dt="2026-01-08T18:12:21" v="9707" actId="26606"/>
          <ac:spMkLst>
            <pc:docMk/>
            <pc:sldMk cId="3295241409" sldId="295"/>
            <ac:spMk id="23" creationId="{04357C93-F0CB-4A1C-8F77-4E9063789819}"/>
          </ac:spMkLst>
        </pc:spChg>
        <pc:spChg chg="add del">
          <ac:chgData name="Nguyễn Hường" userId="e0ea289e582bdc30" providerId="LiveId" clId="{3176A5FA-04C7-4F6D-ACEA-F8CF7F075BEB}" dt="2026-01-08T18:09:43.319" v="9686" actId="26606"/>
          <ac:spMkLst>
            <pc:docMk/>
            <pc:sldMk cId="3295241409" sldId="295"/>
            <ac:spMk id="24" creationId="{B9D7E975-9161-4F2D-AC53-69E1912F6B5D}"/>
          </ac:spMkLst>
        </pc:spChg>
        <pc:spChg chg="add del">
          <ac:chgData name="Nguyễn Hường" userId="e0ea289e582bdc30" providerId="LiveId" clId="{3176A5FA-04C7-4F6D-ACEA-F8CF7F075BEB}" dt="2026-01-08T18:09:43.319" v="9686" actId="26606"/>
          <ac:spMkLst>
            <pc:docMk/>
            <pc:sldMk cId="3295241409" sldId="295"/>
            <ac:spMk id="26" creationId="{827DC2C4-B485-428A-BF4A-472D2967F47F}"/>
          </ac:spMkLst>
        </pc:spChg>
        <pc:spChg chg="add del">
          <ac:chgData name="Nguyễn Hường" userId="e0ea289e582bdc30" providerId="LiveId" clId="{3176A5FA-04C7-4F6D-ACEA-F8CF7F075BEB}" dt="2026-01-08T18:09:43.319" v="9686" actId="26606"/>
          <ac:spMkLst>
            <pc:docMk/>
            <pc:sldMk cId="3295241409" sldId="295"/>
            <ac:spMk id="28" creationId="{463E6235-1649-4B47-9862-4026FC473B6F}"/>
          </ac:spMkLst>
        </pc:spChg>
        <pc:spChg chg="add del">
          <ac:chgData name="Nguyễn Hường" userId="e0ea289e582bdc30" providerId="LiveId" clId="{3176A5FA-04C7-4F6D-ACEA-F8CF7F075BEB}" dt="2026-01-08T18:12:21" v="9707" actId="26606"/>
          <ac:spMkLst>
            <pc:docMk/>
            <pc:sldMk cId="3295241409" sldId="295"/>
            <ac:spMk id="30" creationId="{90F533E9-6690-41A8-A372-4C6C622D028D}"/>
          </ac:spMkLst>
        </pc:spChg>
        <pc:spChg chg="add del">
          <ac:chgData name="Nguyễn Hường" userId="e0ea289e582bdc30" providerId="LiveId" clId="{3176A5FA-04C7-4F6D-ACEA-F8CF7F075BEB}" dt="2026-01-08T18:12:44.620" v="9709" actId="26606"/>
          <ac:spMkLst>
            <pc:docMk/>
            <pc:sldMk cId="3295241409" sldId="295"/>
            <ac:spMk id="32" creationId="{9825EEB4-E185-4371-A8FF-AF57010F7B03}"/>
          </ac:spMkLst>
        </pc:spChg>
        <pc:spChg chg="add del">
          <ac:chgData name="Nguyễn Hường" userId="e0ea289e582bdc30" providerId="LiveId" clId="{3176A5FA-04C7-4F6D-ACEA-F8CF7F075BEB}" dt="2026-01-08T18:12:44.620" v="9709" actId="26606"/>
          <ac:spMkLst>
            <pc:docMk/>
            <pc:sldMk cId="3295241409" sldId="295"/>
            <ac:spMk id="33" creationId="{8EA2E5B2-7E46-41D7-993E-1472B65EDE2D}"/>
          </ac:spMkLst>
        </pc:spChg>
        <pc:spChg chg="add del">
          <ac:chgData name="Nguyễn Hường" userId="e0ea289e582bdc30" providerId="LiveId" clId="{3176A5FA-04C7-4F6D-ACEA-F8CF7F075BEB}" dt="2026-01-08T18:12:44.620" v="9709" actId="26606"/>
          <ac:spMkLst>
            <pc:docMk/>
            <pc:sldMk cId="3295241409" sldId="295"/>
            <ac:spMk id="34" creationId="{789E161B-D345-4E9F-985D-649330815F57}"/>
          </ac:spMkLst>
        </pc:spChg>
        <pc:spChg chg="add del">
          <ac:chgData name="Nguyễn Hường" userId="e0ea289e582bdc30" providerId="LiveId" clId="{3176A5FA-04C7-4F6D-ACEA-F8CF7F075BEB}" dt="2026-01-08T18:13:04.612" v="9711" actId="26606"/>
          <ac:spMkLst>
            <pc:docMk/>
            <pc:sldMk cId="3295241409" sldId="295"/>
            <ac:spMk id="36" creationId="{7E734232-46A8-4884-9A59-B7E3BA4BC313}"/>
          </ac:spMkLst>
        </pc:spChg>
        <pc:spChg chg="add del">
          <ac:chgData name="Nguyễn Hường" userId="e0ea289e582bdc30" providerId="LiveId" clId="{3176A5FA-04C7-4F6D-ACEA-F8CF7F075BEB}" dt="2026-01-08T18:13:04.612" v="9711" actId="26606"/>
          <ac:spMkLst>
            <pc:docMk/>
            <pc:sldMk cId="3295241409" sldId="295"/>
            <ac:spMk id="37" creationId="{D346B8D2-3218-41A5-B817-9ABFB108C6DA}"/>
          </ac:spMkLst>
        </pc:spChg>
        <pc:spChg chg="add del">
          <ac:chgData name="Nguyễn Hường" userId="e0ea289e582bdc30" providerId="LiveId" clId="{3176A5FA-04C7-4F6D-ACEA-F8CF7F075BEB}" dt="2026-01-08T18:13:04.612" v="9711" actId="26606"/>
          <ac:spMkLst>
            <pc:docMk/>
            <pc:sldMk cId="3295241409" sldId="295"/>
            <ac:spMk id="38" creationId="{88D6B9EF-FF47-487C-8B82-F9F2B9A54AD6}"/>
          </ac:spMkLst>
        </pc:spChg>
        <pc:spChg chg="add del">
          <ac:chgData name="Nguyễn Hường" userId="e0ea289e582bdc30" providerId="LiveId" clId="{3176A5FA-04C7-4F6D-ACEA-F8CF7F075BEB}" dt="2026-01-08T18:13:10.164" v="9713" actId="26606"/>
          <ac:spMkLst>
            <pc:docMk/>
            <pc:sldMk cId="3295241409" sldId="295"/>
            <ac:spMk id="40" creationId="{70155189-D96C-4527-B0EC-654B946BE615}"/>
          </ac:spMkLst>
        </pc:spChg>
        <pc:spChg chg="add del">
          <ac:chgData name="Nguyễn Hường" userId="e0ea289e582bdc30" providerId="LiveId" clId="{3176A5FA-04C7-4F6D-ACEA-F8CF7F075BEB}" dt="2026-01-08T18:13:21.609" v="9715" actId="26606"/>
          <ac:spMkLst>
            <pc:docMk/>
            <pc:sldMk cId="3295241409" sldId="295"/>
            <ac:spMk id="42" creationId="{EDC07B27-4E3C-4BCF-ABDB-6AA72857C058}"/>
          </ac:spMkLst>
        </pc:spChg>
        <pc:spChg chg="add del">
          <ac:chgData name="Nguyễn Hường" userId="e0ea289e582bdc30" providerId="LiveId" clId="{3176A5FA-04C7-4F6D-ACEA-F8CF7F075BEB}" dt="2026-01-08T18:13:21.609" v="9715" actId="26606"/>
          <ac:spMkLst>
            <pc:docMk/>
            <pc:sldMk cId="3295241409" sldId="295"/>
            <ac:spMk id="43" creationId="{83D11BE6-2A04-4DBB-842D-88602B5EC728}"/>
          </ac:spMkLst>
        </pc:spChg>
        <pc:spChg chg="add del">
          <ac:chgData name="Nguyễn Hường" userId="e0ea289e582bdc30" providerId="LiveId" clId="{3176A5FA-04C7-4F6D-ACEA-F8CF7F075BEB}" dt="2026-01-08T18:13:21.609" v="9715" actId="26606"/>
          <ac:spMkLst>
            <pc:docMk/>
            <pc:sldMk cId="3295241409" sldId="295"/>
            <ac:spMk id="44" creationId="{2A05E02A-9AA9-45EC-B87B-B46F043F3F97}"/>
          </ac:spMkLst>
        </pc:spChg>
        <pc:spChg chg="add del">
          <ac:chgData name="Nguyễn Hường" userId="e0ea289e582bdc30" providerId="LiveId" clId="{3176A5FA-04C7-4F6D-ACEA-F8CF7F075BEB}" dt="2026-01-08T18:13:21.609" v="9715" actId="26606"/>
          <ac:spMkLst>
            <pc:docMk/>
            <pc:sldMk cId="3295241409" sldId="295"/>
            <ac:spMk id="45" creationId="{0E91EDBA-E8E0-4575-8147-B700345215CE}"/>
          </ac:spMkLst>
        </pc:spChg>
        <pc:spChg chg="add del">
          <ac:chgData name="Nguyễn Hường" userId="e0ea289e582bdc30" providerId="LiveId" clId="{3176A5FA-04C7-4F6D-ACEA-F8CF7F075BEB}" dt="2026-01-08T18:13:21.609" v="9715" actId="26606"/>
          <ac:spMkLst>
            <pc:docMk/>
            <pc:sldMk cId="3295241409" sldId="295"/>
            <ac:spMk id="46" creationId="{DFEE4473-A122-4E96-8C31-B4C5AAA274FD}"/>
          </ac:spMkLst>
        </pc:spChg>
        <pc:spChg chg="add del">
          <ac:chgData name="Nguyễn Hường" userId="e0ea289e582bdc30" providerId="LiveId" clId="{3176A5FA-04C7-4F6D-ACEA-F8CF7F075BEB}" dt="2026-01-08T18:14:18.294" v="9724" actId="26606"/>
          <ac:spMkLst>
            <pc:docMk/>
            <pc:sldMk cId="3295241409" sldId="295"/>
            <ac:spMk id="51" creationId="{EC0F0807-AD24-47B6-BC5C-71325B171C92}"/>
          </ac:spMkLst>
        </pc:spChg>
        <pc:spChg chg="add">
          <ac:chgData name="Nguyễn Hường" userId="e0ea289e582bdc30" providerId="LiveId" clId="{3176A5FA-04C7-4F6D-ACEA-F8CF7F075BEB}" dt="2026-01-08T18:13:44.832" v="9718" actId="26606"/>
          <ac:spMkLst>
            <pc:docMk/>
            <pc:sldMk cId="3295241409" sldId="295"/>
            <ac:spMk id="52" creationId="{609CB703-C563-4F1F-BF28-83C06E978C4F}"/>
          </ac:spMkLst>
        </pc:spChg>
        <pc:spChg chg="add del">
          <ac:chgData name="Nguyễn Hường" userId="e0ea289e582bdc30" providerId="LiveId" clId="{3176A5FA-04C7-4F6D-ACEA-F8CF7F075BEB}" dt="2026-01-08T18:14:18.294" v="9724" actId="26606"/>
          <ac:spMkLst>
            <pc:docMk/>
            <pc:sldMk cId="3295241409" sldId="295"/>
            <ac:spMk id="54" creationId="{C5CB530E-515E-412C-9DF1-5F8FFBD6F383}"/>
          </ac:spMkLst>
        </pc:spChg>
        <pc:spChg chg="add del">
          <ac:chgData name="Nguyễn Hường" userId="e0ea289e582bdc30" providerId="LiveId" clId="{3176A5FA-04C7-4F6D-ACEA-F8CF7F075BEB}" dt="2026-01-08T18:14:18.294" v="9724" actId="26606"/>
          <ac:spMkLst>
            <pc:docMk/>
            <pc:sldMk cId="3295241409" sldId="295"/>
            <ac:spMk id="55" creationId="{712D4376-A578-4FF1-94FC-245E7A6A489F}"/>
          </ac:spMkLst>
        </pc:spChg>
        <pc:spChg chg="add del">
          <ac:chgData name="Nguyễn Hường" userId="e0ea289e582bdc30" providerId="LiveId" clId="{3176A5FA-04C7-4F6D-ACEA-F8CF7F075BEB}" dt="2026-01-08T18:14:18.294" v="9724" actId="26606"/>
          <ac:spMkLst>
            <pc:docMk/>
            <pc:sldMk cId="3295241409" sldId="295"/>
            <ac:spMk id="56" creationId="{AEA7509D-F04F-40CB-A0B3-EEF16499CC9F}"/>
          </ac:spMkLst>
        </pc:spChg>
        <pc:spChg chg="add del">
          <ac:chgData name="Nguyễn Hường" userId="e0ea289e582bdc30" providerId="LiveId" clId="{3176A5FA-04C7-4F6D-ACEA-F8CF7F075BEB}" dt="2026-01-08T18:15:47.731" v="9733" actId="26606"/>
          <ac:spMkLst>
            <pc:docMk/>
            <pc:sldMk cId="3295241409" sldId="295"/>
            <ac:spMk id="61" creationId="{9CB95732-565A-4D2C-A3AB-CC460C0D3826}"/>
          </ac:spMkLst>
        </pc:spChg>
        <pc:spChg chg="add del">
          <ac:chgData name="Nguyễn Hường" userId="e0ea289e582bdc30" providerId="LiveId" clId="{3176A5FA-04C7-4F6D-ACEA-F8CF7F075BEB}" dt="2026-01-08T18:15:47.731" v="9733" actId="26606"/>
          <ac:spMkLst>
            <pc:docMk/>
            <pc:sldMk cId="3295241409" sldId="295"/>
            <ac:spMk id="63" creationId="{77F1AF47-AE98-4034-BD91-1976FA4D9C4C}"/>
          </ac:spMkLst>
        </pc:spChg>
        <pc:spChg chg="add del">
          <ac:chgData name="Nguyễn Hường" userId="e0ea289e582bdc30" providerId="LiveId" clId="{3176A5FA-04C7-4F6D-ACEA-F8CF7F075BEB}" dt="2026-01-08T18:15:47.731" v="9733" actId="26606"/>
          <ac:spMkLst>
            <pc:docMk/>
            <pc:sldMk cId="3295241409" sldId="295"/>
            <ac:spMk id="65" creationId="{8EC0EE2B-2029-48DD-893D-F528E651B07D}"/>
          </ac:spMkLst>
        </pc:spChg>
        <pc:spChg chg="add del">
          <ac:chgData name="Nguyễn Hường" userId="e0ea289e582bdc30" providerId="LiveId" clId="{3176A5FA-04C7-4F6D-ACEA-F8CF7F075BEB}" dt="2026-01-08T18:15:47.731" v="9733" actId="26606"/>
          <ac:spMkLst>
            <pc:docMk/>
            <pc:sldMk cId="3295241409" sldId="295"/>
            <ac:spMk id="67" creationId="{45AE1D08-1ED1-4F59-B42F-4D8EA33DC8C6}"/>
          </ac:spMkLst>
        </pc:spChg>
        <pc:spChg chg="add del">
          <ac:chgData name="Nguyễn Hường" userId="e0ea289e582bdc30" providerId="LiveId" clId="{3176A5FA-04C7-4F6D-ACEA-F8CF7F075BEB}" dt="2026-01-08T18:15:47.731" v="9733" actId="26606"/>
          <ac:spMkLst>
            <pc:docMk/>
            <pc:sldMk cId="3295241409" sldId="295"/>
            <ac:spMk id="69" creationId="{9A79B912-88EA-4640-BDEB-51B3B11A026A}"/>
          </ac:spMkLst>
        </pc:spChg>
        <pc:spChg chg="add del">
          <ac:chgData name="Nguyễn Hường" userId="e0ea289e582bdc30" providerId="LiveId" clId="{3176A5FA-04C7-4F6D-ACEA-F8CF7F075BEB}" dt="2026-01-08T18:14:59.127" v="9728" actId="26606"/>
          <ac:spMkLst>
            <pc:docMk/>
            <pc:sldMk cId="3295241409" sldId="295"/>
            <ac:spMk id="74" creationId="{848F64AA-5BE2-4280-BEFA-DC288118FCCE}"/>
          </ac:spMkLst>
        </pc:spChg>
        <pc:spChg chg="add del">
          <ac:chgData name="Nguyễn Hường" userId="e0ea289e582bdc30" providerId="LiveId" clId="{3176A5FA-04C7-4F6D-ACEA-F8CF7F075BEB}" dt="2026-01-08T18:15:42.518" v="9730" actId="26606"/>
          <ac:spMkLst>
            <pc:docMk/>
            <pc:sldMk cId="3295241409" sldId="295"/>
            <ac:spMk id="76" creationId="{1850674C-4E08-4C62-A3E2-6337FE4F7D86}"/>
          </ac:spMkLst>
        </pc:spChg>
        <pc:spChg chg="add del">
          <ac:chgData name="Nguyễn Hường" userId="e0ea289e582bdc30" providerId="LiveId" clId="{3176A5FA-04C7-4F6D-ACEA-F8CF7F075BEB}" dt="2026-01-08T18:15:42.518" v="9730" actId="26606"/>
          <ac:spMkLst>
            <pc:docMk/>
            <pc:sldMk cId="3295241409" sldId="295"/>
            <ac:spMk id="77" creationId="{8C886788-700E-4D20-9F80-E0E96837A203}"/>
          </ac:spMkLst>
        </pc:spChg>
        <pc:spChg chg="add del">
          <ac:chgData name="Nguyễn Hường" userId="e0ea289e582bdc30" providerId="LiveId" clId="{3176A5FA-04C7-4F6D-ACEA-F8CF7F075BEB}" dt="2026-01-08T18:15:42.518" v="9730" actId="26606"/>
          <ac:spMkLst>
            <pc:docMk/>
            <pc:sldMk cId="3295241409" sldId="295"/>
            <ac:spMk id="78" creationId="{BCE4FF05-2B0C-4C97-A9B4-E163085A90E1}"/>
          </ac:spMkLst>
        </pc:spChg>
        <pc:spChg chg="add del">
          <ac:chgData name="Nguyễn Hường" userId="e0ea289e582bdc30" providerId="LiveId" clId="{3176A5FA-04C7-4F6D-ACEA-F8CF7F075BEB}" dt="2026-01-08T18:15:42.518" v="9730" actId="26606"/>
          <ac:spMkLst>
            <pc:docMk/>
            <pc:sldMk cId="3295241409" sldId="295"/>
            <ac:spMk id="80" creationId="{529C2A7A-A6B6-4A56-B11C-8E967D88A60D}"/>
          </ac:spMkLst>
        </pc:spChg>
        <pc:spChg chg="add del">
          <ac:chgData name="Nguyễn Hường" userId="e0ea289e582bdc30" providerId="LiveId" clId="{3176A5FA-04C7-4F6D-ACEA-F8CF7F075BEB}" dt="2026-01-08T18:15:42.518" v="9730" actId="26606"/>
          <ac:spMkLst>
            <pc:docMk/>
            <pc:sldMk cId="3295241409" sldId="295"/>
            <ac:spMk id="82" creationId="{FDBD7205-E536-4134-8768-AC3E1A3C5E59}"/>
          </ac:spMkLst>
        </pc:spChg>
        <pc:spChg chg="add del">
          <ac:chgData name="Nguyễn Hường" userId="e0ea289e582bdc30" providerId="LiveId" clId="{3176A5FA-04C7-4F6D-ACEA-F8CF7F075BEB}" dt="2026-01-08T18:15:47.717" v="9732" actId="26606"/>
          <ac:spMkLst>
            <pc:docMk/>
            <pc:sldMk cId="3295241409" sldId="295"/>
            <ac:spMk id="84" creationId="{1C4FDBE2-32F7-4AC4-A40C-C51C65B1D474}"/>
          </ac:spMkLst>
        </pc:spChg>
        <pc:spChg chg="add del">
          <ac:chgData name="Nguyễn Hường" userId="e0ea289e582bdc30" providerId="LiveId" clId="{3176A5FA-04C7-4F6D-ACEA-F8CF7F075BEB}" dt="2026-01-08T18:15:47.717" v="9732" actId="26606"/>
          <ac:spMkLst>
            <pc:docMk/>
            <pc:sldMk cId="3295241409" sldId="295"/>
            <ac:spMk id="85" creationId="{EBF4792E-DF83-4D24-9924-01EC30A32C89}"/>
          </ac:spMkLst>
        </pc:spChg>
        <pc:spChg chg="add del">
          <ac:chgData name="Nguyễn Hường" userId="e0ea289e582bdc30" providerId="LiveId" clId="{3176A5FA-04C7-4F6D-ACEA-F8CF7F075BEB}" dt="2026-01-08T18:15:47.717" v="9732" actId="26606"/>
          <ac:spMkLst>
            <pc:docMk/>
            <pc:sldMk cId="3295241409" sldId="295"/>
            <ac:spMk id="86" creationId="{15837328-A57C-47AA-B520-C83F4A6BD1E4}"/>
          </ac:spMkLst>
        </pc:spChg>
        <pc:spChg chg="add del">
          <ac:chgData name="Nguyễn Hường" userId="e0ea289e582bdc30" providerId="LiveId" clId="{3176A5FA-04C7-4F6D-ACEA-F8CF7F075BEB}" dt="2026-01-08T18:15:47.717" v="9732" actId="26606"/>
          <ac:spMkLst>
            <pc:docMk/>
            <pc:sldMk cId="3295241409" sldId="295"/>
            <ac:spMk id="87" creationId="{E2B33195-5BCA-4BB7-A82D-6739522687DD}"/>
          </ac:spMkLst>
        </pc:spChg>
        <pc:spChg chg="add del">
          <ac:chgData name="Nguyễn Hường" userId="e0ea289e582bdc30" providerId="LiveId" clId="{3176A5FA-04C7-4F6D-ACEA-F8CF7F075BEB}" dt="2026-01-08T18:15:47.717" v="9732" actId="26606"/>
          <ac:spMkLst>
            <pc:docMk/>
            <pc:sldMk cId="3295241409" sldId="295"/>
            <ac:spMk id="88" creationId="{8A03A6A2-7849-4179-B68F-C11DDDB231D4}"/>
          </ac:spMkLst>
        </pc:spChg>
        <pc:spChg chg="add">
          <ac:chgData name="Nguyễn Hường" userId="e0ea289e582bdc30" providerId="LiveId" clId="{3176A5FA-04C7-4F6D-ACEA-F8CF7F075BEB}" dt="2026-01-08T18:15:47.731" v="9733" actId="26606"/>
          <ac:spMkLst>
            <pc:docMk/>
            <pc:sldMk cId="3295241409" sldId="295"/>
            <ac:spMk id="90" creationId="{7C98A213-5994-475E-B327-DC6EC27FBA8B}"/>
          </ac:spMkLst>
        </pc:spChg>
        <pc:spChg chg="add">
          <ac:chgData name="Nguyễn Hường" userId="e0ea289e582bdc30" providerId="LiveId" clId="{3176A5FA-04C7-4F6D-ACEA-F8CF7F075BEB}" dt="2026-01-08T18:15:47.731" v="9733" actId="26606"/>
          <ac:spMkLst>
            <pc:docMk/>
            <pc:sldMk cId="3295241409" sldId="295"/>
            <ac:spMk id="91" creationId="{4B030A0D-0DAD-4A99-89BB-419527D6A64B}"/>
          </ac:spMkLst>
        </pc:spChg>
        <pc:spChg chg="add del">
          <ac:chgData name="Nguyễn Hường" userId="e0ea289e582bdc30" providerId="LiveId" clId="{3176A5FA-04C7-4F6D-ACEA-F8CF7F075BEB}" dt="2026-01-08T18:08:31.001" v="9650" actId="6264"/>
          <ac:spMkLst>
            <pc:docMk/>
            <pc:sldMk cId="3295241409" sldId="295"/>
            <ac:spMk id="3079" creationId="{9D25F302-27C5-414F-97F8-6EA0A6C028BA}"/>
          </ac:spMkLst>
        </pc:spChg>
        <pc:spChg chg="add del">
          <ac:chgData name="Nguyễn Hường" userId="e0ea289e582bdc30" providerId="LiveId" clId="{3176A5FA-04C7-4F6D-ACEA-F8CF7F075BEB}" dt="2026-01-08T18:08:31.001" v="9650" actId="6264"/>
          <ac:spMkLst>
            <pc:docMk/>
            <pc:sldMk cId="3295241409" sldId="295"/>
            <ac:spMk id="3081" creationId="{830A36F8-48C2-4842-A87B-8CE8DF4E7FD2}"/>
          </ac:spMkLst>
        </pc:spChg>
        <pc:spChg chg="add del">
          <ac:chgData name="Nguyễn Hường" userId="e0ea289e582bdc30" providerId="LiveId" clId="{3176A5FA-04C7-4F6D-ACEA-F8CF7F075BEB}" dt="2026-01-08T18:08:31.001" v="9650" actId="6264"/>
          <ac:spMkLst>
            <pc:docMk/>
            <pc:sldMk cId="3295241409" sldId="295"/>
            <ac:spMk id="3083" creationId="{086A5A31-B10A-4793-84D4-D785959AE5B8}"/>
          </ac:spMkLst>
        </pc:spChg>
        <pc:spChg chg="del">
          <ac:chgData name="Nguyễn Hường" userId="e0ea289e582bdc30" providerId="LiveId" clId="{3176A5FA-04C7-4F6D-ACEA-F8CF7F075BEB}" dt="2026-01-08T18:08:21.252" v="9648" actId="6264"/>
          <ac:spMkLst>
            <pc:docMk/>
            <pc:sldMk cId="3295241409" sldId="295"/>
            <ac:spMk id="3086" creationId="{418D7952-4C26-0C80-5628-D16F2E662FCA}"/>
          </ac:spMkLst>
        </pc:spChg>
        <pc:spChg chg="del">
          <ac:chgData name="Nguyễn Hường" userId="e0ea289e582bdc30" providerId="LiveId" clId="{3176A5FA-04C7-4F6D-ACEA-F8CF7F075BEB}" dt="2026-01-08T18:08:21.252" v="9648" actId="6264"/>
          <ac:spMkLst>
            <pc:docMk/>
            <pc:sldMk cId="3295241409" sldId="295"/>
            <ac:spMk id="3088" creationId="{D58A9E04-E81E-FF4B-53F5-EC46DE0D3934}"/>
          </ac:spMkLst>
        </pc:spChg>
        <pc:spChg chg="del">
          <ac:chgData name="Nguyễn Hường" userId="e0ea289e582bdc30" providerId="LiveId" clId="{3176A5FA-04C7-4F6D-ACEA-F8CF7F075BEB}" dt="2026-01-08T18:08:21.252" v="9648" actId="6264"/>
          <ac:spMkLst>
            <pc:docMk/>
            <pc:sldMk cId="3295241409" sldId="295"/>
            <ac:spMk id="3090" creationId="{8D23BDA7-2E99-6798-A126-5F092A6329DD}"/>
          </ac:spMkLst>
        </pc:spChg>
        <pc:grpChg chg="add del mod">
          <ac:chgData name="Nguyễn Hường" userId="e0ea289e582bdc30" providerId="LiveId" clId="{3176A5FA-04C7-4F6D-ACEA-F8CF7F075BEB}" dt="2026-01-08T18:11:26.259" v="9702" actId="21"/>
          <ac:grpSpMkLst>
            <pc:docMk/>
            <pc:sldMk cId="3295241409" sldId="295"/>
            <ac:grpSpMk id="14" creationId="{11C4609E-FA2D-E503-B338-DAA883A46080}"/>
          </ac:grpSpMkLst>
        </pc:grpChg>
        <pc:grpChg chg="add mod">
          <ac:chgData name="Nguyễn Hường" userId="e0ea289e582bdc30" providerId="LiveId" clId="{3176A5FA-04C7-4F6D-ACEA-F8CF7F075BEB}" dt="2026-01-08T18:11:27.071" v="9703"/>
          <ac:grpSpMkLst>
            <pc:docMk/>
            <pc:sldMk cId="3295241409" sldId="295"/>
            <ac:grpSpMk id="15" creationId="{11C4609E-FA2D-E503-B338-DAA883A46080}"/>
          </ac:grpSpMkLst>
        </pc:grpChg>
        <pc:grpChg chg="add del">
          <ac:chgData name="Nguyễn Hường" userId="e0ea289e582bdc30" providerId="LiveId" clId="{3176A5FA-04C7-4F6D-ACEA-F8CF7F075BEB}" dt="2026-01-08T18:13:44.804" v="9717" actId="26606"/>
          <ac:grpSpMkLst>
            <pc:docMk/>
            <pc:sldMk cId="3295241409" sldId="295"/>
            <ac:grpSpMk id="48" creationId="{C552714D-0746-516F-8E04-8CD9710DDD4A}"/>
          </ac:grpSpMkLst>
        </pc:grpChg>
        <pc:picChg chg="ord">
          <ac:chgData name="Nguyễn Hường" userId="e0ea289e582bdc30" providerId="LiveId" clId="{3176A5FA-04C7-4F6D-ACEA-F8CF7F075BEB}" dt="2026-01-08T18:13:44.832" v="9718" actId="26606"/>
          <ac:picMkLst>
            <pc:docMk/>
            <pc:sldMk cId="3295241409" sldId="295"/>
            <ac:picMk id="2" creationId="{937CE577-EA9A-6CC6-9E6E-EB66A7FA6EB0}"/>
          </ac:picMkLst>
        </pc:picChg>
        <pc:picChg chg="del">
          <ac:chgData name="Nguyễn Hường" userId="e0ea289e582bdc30" providerId="LiveId" clId="{3176A5FA-04C7-4F6D-ACEA-F8CF7F075BEB}" dt="2026-01-08T18:09:03.751" v="9681" actId="478"/>
          <ac:picMkLst>
            <pc:docMk/>
            <pc:sldMk cId="3295241409" sldId="295"/>
            <ac:picMk id="3" creationId="{83687497-BC54-25DD-8523-7BA5AD9EC0F3}"/>
          </ac:picMkLst>
        </pc:picChg>
        <pc:picChg chg="add mod ord">
          <ac:chgData name="Nguyễn Hường" userId="e0ea289e582bdc30" providerId="LiveId" clId="{3176A5FA-04C7-4F6D-ACEA-F8CF7F075BEB}" dt="2026-01-08T18:16:08.869" v="9739" actId="14100"/>
          <ac:picMkLst>
            <pc:docMk/>
            <pc:sldMk cId="3295241409" sldId="295"/>
            <ac:picMk id="7" creationId="{B98043E7-6CD8-4B59-970A-3CA3D653B329}"/>
          </ac:picMkLst>
        </pc:picChg>
        <pc:picChg chg="add mod ord">
          <ac:chgData name="Nguyễn Hường" userId="e0ea289e582bdc30" providerId="LiveId" clId="{3176A5FA-04C7-4F6D-ACEA-F8CF7F075BEB}" dt="2026-01-08T18:16:27.865" v="9743" actId="1076"/>
          <ac:picMkLst>
            <pc:docMk/>
            <pc:sldMk cId="3295241409" sldId="295"/>
            <ac:picMk id="9" creationId="{F337A404-40DE-10CA-8E77-443EE5897DBA}"/>
          </ac:picMkLst>
        </pc:picChg>
        <pc:picChg chg="add mod">
          <ac:chgData name="Nguyễn Hường" userId="e0ea289e582bdc30" providerId="LiveId" clId="{3176A5FA-04C7-4F6D-ACEA-F8CF7F075BEB}" dt="2026-01-08T18:11:23.696" v="9701" actId="164"/>
          <ac:picMkLst>
            <pc:docMk/>
            <pc:sldMk cId="3295241409" sldId="295"/>
            <ac:picMk id="11" creationId="{B2ADA287-B22B-8F86-A091-28FB3CA072B7}"/>
          </ac:picMkLst>
        </pc:picChg>
        <pc:picChg chg="add mod">
          <ac:chgData name="Nguyễn Hường" userId="e0ea289e582bdc30" providerId="LiveId" clId="{3176A5FA-04C7-4F6D-ACEA-F8CF7F075BEB}" dt="2026-01-08T18:11:23.696" v="9701" actId="164"/>
          <ac:picMkLst>
            <pc:docMk/>
            <pc:sldMk cId="3295241409" sldId="295"/>
            <ac:picMk id="13" creationId="{F5D79D48-E0A8-2D05-C81C-E5F3C473B862}"/>
          </ac:picMkLst>
        </pc:picChg>
        <pc:picChg chg="mod">
          <ac:chgData name="Nguyễn Hường" userId="e0ea289e582bdc30" providerId="LiveId" clId="{3176A5FA-04C7-4F6D-ACEA-F8CF7F075BEB}" dt="2026-01-08T18:11:27.071" v="9703"/>
          <ac:picMkLst>
            <pc:docMk/>
            <pc:sldMk cId="3295241409" sldId="295"/>
            <ac:picMk id="16" creationId="{B2ADA287-B22B-8F86-A091-28FB3CA072B7}"/>
          </ac:picMkLst>
        </pc:picChg>
        <pc:picChg chg="mod">
          <ac:chgData name="Nguyễn Hường" userId="e0ea289e582bdc30" providerId="LiveId" clId="{3176A5FA-04C7-4F6D-ACEA-F8CF7F075BEB}" dt="2026-01-08T18:11:27.071" v="9703"/>
          <ac:picMkLst>
            <pc:docMk/>
            <pc:sldMk cId="3295241409" sldId="295"/>
            <ac:picMk id="17" creationId="{F5D79D48-E0A8-2D05-C81C-E5F3C473B862}"/>
          </ac:picMkLst>
        </pc:picChg>
        <pc:picChg chg="add mod ord">
          <ac:chgData name="Nguyễn Hường" userId="e0ea289e582bdc30" providerId="LiveId" clId="{3176A5FA-04C7-4F6D-ACEA-F8CF7F075BEB}" dt="2026-01-08T18:16:34.479" v="9745" actId="14100"/>
          <ac:picMkLst>
            <pc:docMk/>
            <pc:sldMk cId="3295241409" sldId="295"/>
            <ac:picMk id="18" creationId="{B20E2D3C-B030-7141-12AB-573B084FC5B7}"/>
          </ac:picMkLst>
        </pc:picChg>
        <pc:picChg chg="del">
          <ac:chgData name="Nguyễn Hường" userId="e0ea289e582bdc30" providerId="LiveId" clId="{3176A5FA-04C7-4F6D-ACEA-F8CF7F075BEB}" dt="2026-01-08T18:08:53.425" v="9680" actId="478"/>
          <ac:picMkLst>
            <pc:docMk/>
            <pc:sldMk cId="3295241409" sldId="295"/>
            <ac:picMk id="3074" creationId="{EAC09BA1-D5D0-7EFC-04A3-9FB169AD5869}"/>
          </ac:picMkLst>
        </pc:picChg>
      </pc:sldChg>
      <pc:sldChg chg="addSp new del mod">
        <pc:chgData name="Nguyễn Hường" userId="e0ea289e582bdc30" providerId="LiveId" clId="{3176A5FA-04C7-4F6D-ACEA-F8CF7F075BEB}" dt="2026-01-08T18:22:01.936" v="9785" actId="47"/>
        <pc:sldMkLst>
          <pc:docMk/>
          <pc:sldMk cId="1956136978" sldId="296"/>
        </pc:sldMkLst>
        <pc:spChg chg="add">
          <ac:chgData name="Nguyễn Hường" userId="e0ea289e582bdc30" providerId="LiveId" clId="{3176A5FA-04C7-4F6D-ACEA-F8CF7F075BEB}" dt="2026-01-08T18:21:47.602" v="9784" actId="22"/>
          <ac:spMkLst>
            <pc:docMk/>
            <pc:sldMk cId="1956136978" sldId="296"/>
            <ac:spMk id="3" creationId="{94318F71-CD57-09BE-7B01-981DEB7D86E1}"/>
          </ac:spMkLst>
        </pc:spChg>
      </pc:sldChg>
      <pc:sldChg chg="addSp modSp new del mod chgLayout">
        <pc:chgData name="Nguyễn Hường" userId="e0ea289e582bdc30" providerId="LiveId" clId="{3176A5FA-04C7-4F6D-ACEA-F8CF7F075BEB}" dt="2026-01-08T18:20:01.893" v="9767" actId="47"/>
        <pc:sldMkLst>
          <pc:docMk/>
          <pc:sldMk cId="3309239808" sldId="296"/>
        </pc:sldMkLst>
        <pc:spChg chg="add mod">
          <ac:chgData name="Nguyễn Hường" userId="e0ea289e582bdc30" providerId="LiveId" clId="{3176A5FA-04C7-4F6D-ACEA-F8CF7F075BEB}" dt="2026-01-08T18:19:52.243" v="9765" actId="1076"/>
          <ac:spMkLst>
            <pc:docMk/>
            <pc:sldMk cId="3309239808" sldId="296"/>
            <ac:spMk id="4" creationId="{D9D24BD7-CF77-B69B-9AF9-49D388D604EC}"/>
          </ac:spMkLst>
        </pc:spChg>
        <pc:picChg chg="add mod">
          <ac:chgData name="Nguyễn Hường" userId="e0ea289e582bdc30" providerId="LiveId" clId="{3176A5FA-04C7-4F6D-ACEA-F8CF7F075BEB}" dt="2026-01-08T18:19:19.803" v="9762"/>
          <ac:picMkLst>
            <pc:docMk/>
            <pc:sldMk cId="3309239808" sldId="296"/>
            <ac:picMk id="2" creationId="{C733FF10-40A3-2C5A-647E-8477E8F7CCAC}"/>
          </ac:picMkLst>
        </pc:picChg>
        <pc:picChg chg="add mod">
          <ac:chgData name="Nguyễn Hường" userId="e0ea289e582bdc30" providerId="LiveId" clId="{3176A5FA-04C7-4F6D-ACEA-F8CF7F075BEB}" dt="2026-01-08T18:19:53.528" v="9766" actId="1076"/>
          <ac:picMkLst>
            <pc:docMk/>
            <pc:sldMk cId="3309239808" sldId="296"/>
            <ac:picMk id="3" creationId="{C72A6155-F767-DFB5-1FCF-32EDD0C837C2}"/>
          </ac:picMkLst>
        </pc:picChg>
      </pc:sldChg>
      <pc:sldChg chg="addSp delSp modSp new del mod modAnim">
        <pc:chgData name="Nguyễn Hường" userId="e0ea289e582bdc30" providerId="LiveId" clId="{3176A5FA-04C7-4F6D-ACEA-F8CF7F075BEB}" dt="2026-01-08T18:19:07.135" v="9759" actId="47"/>
        <pc:sldMkLst>
          <pc:docMk/>
          <pc:sldMk cId="3713032019" sldId="296"/>
        </pc:sldMkLst>
        <pc:spChg chg="add mod">
          <ac:chgData name="Nguyễn Hường" userId="e0ea289e582bdc30" providerId="LiveId" clId="{3176A5FA-04C7-4F6D-ACEA-F8CF7F075BEB}" dt="2026-01-08T18:18:52.273" v="9756" actId="368"/>
          <ac:spMkLst>
            <pc:docMk/>
            <pc:sldMk cId="3713032019" sldId="296"/>
            <ac:spMk id="3" creationId="{A00BEC69-2346-B0ED-3892-C2E73B06D151}"/>
          </ac:spMkLst>
        </pc:spChg>
        <pc:spChg chg="add del mod">
          <ac:chgData name="Nguyễn Hường" userId="e0ea289e582bdc30" providerId="LiveId" clId="{3176A5FA-04C7-4F6D-ACEA-F8CF7F075BEB}" dt="2026-01-08T18:18:41.520" v="9753" actId="478"/>
          <ac:spMkLst>
            <pc:docMk/>
            <pc:sldMk cId="3713032019" sldId="296"/>
            <ac:spMk id="5" creationId="{E67E34A7-6BA6-61D2-A485-F488DDB110D3}"/>
          </ac:spMkLst>
        </pc:spChg>
        <pc:spChg chg="add mod">
          <ac:chgData name="Nguyễn Hường" userId="e0ea289e582bdc30" providerId="LiveId" clId="{3176A5FA-04C7-4F6D-ACEA-F8CF7F075BEB}" dt="2026-01-08T18:18:58.527" v="9758" actId="368"/>
          <ac:spMkLst>
            <pc:docMk/>
            <pc:sldMk cId="3713032019" sldId="296"/>
            <ac:spMk id="7" creationId="{5FEA17B4-DD4E-82B0-C054-8F26C6668278}"/>
          </ac:spMkLst>
        </pc:spChg>
        <pc:picChg chg="add del mod">
          <ac:chgData name="Nguyễn Hường" userId="e0ea289e582bdc30" providerId="LiveId" clId="{3176A5FA-04C7-4F6D-ACEA-F8CF7F075BEB}" dt="2026-01-08T18:18:46.771" v="9755" actId="478"/>
          <ac:picMkLst>
            <pc:docMk/>
            <pc:sldMk cId="3713032019" sldId="296"/>
            <ac:picMk id="2" creationId="{901182ED-EB4E-7E03-B369-A73EFB700D0E}"/>
          </ac:picMkLst>
        </pc:picChg>
        <pc:picChg chg="add del mod">
          <ac:chgData name="Nguyễn Hường" userId="e0ea289e582bdc30" providerId="LiveId" clId="{3176A5FA-04C7-4F6D-ACEA-F8CF7F075BEB}" dt="2026-01-08T18:18:44.100" v="9754" actId="478"/>
          <ac:picMkLst>
            <pc:docMk/>
            <pc:sldMk cId="3713032019" sldId="296"/>
            <ac:picMk id="4" creationId="{E9909DE8-FFC2-E027-2A87-F8947280557E}"/>
          </ac:picMkLst>
        </pc:picChg>
        <pc:picChg chg="add mod">
          <ac:chgData name="Nguyễn Hường" userId="e0ea289e582bdc30" providerId="LiveId" clId="{3176A5FA-04C7-4F6D-ACEA-F8CF7F075BEB}" dt="2026-01-08T18:18:34.948" v="9752"/>
          <ac:picMkLst>
            <pc:docMk/>
            <pc:sldMk cId="3713032019" sldId="296"/>
            <ac:picMk id="6" creationId="{84B06C1F-B91F-9F92-CC08-D42FEBF68E48}"/>
          </ac:picMkLst>
        </pc:picChg>
      </pc:sldChg>
      <pc:sldMasterChg chg="delSldLayout">
        <pc:chgData name="Nguyễn Hường" userId="e0ea289e582bdc30" providerId="LiveId" clId="{3176A5FA-04C7-4F6D-ACEA-F8CF7F075BEB}" dt="2026-01-08T18:19:07.135" v="9759" actId="47"/>
        <pc:sldMasterMkLst>
          <pc:docMk/>
          <pc:sldMasterMk cId="3420898844" sldId="2147483660"/>
        </pc:sldMasterMkLst>
        <pc:sldLayoutChg chg="del">
          <pc:chgData name="Nguyễn Hường" userId="e0ea289e582bdc30" providerId="LiveId" clId="{3176A5FA-04C7-4F6D-ACEA-F8CF7F075BEB}" dt="2026-01-08T18:19:07.135" v="9759" actId="47"/>
          <pc:sldLayoutMkLst>
            <pc:docMk/>
            <pc:sldMasterMk cId="3420898844" sldId="2147483660"/>
            <pc:sldLayoutMk cId="1047925200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326E16-D140-42C2-8C07-D19254C2A83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EBEB7-49A3-4D96-9E6E-CD2563D9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36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GV hỏi tiếp: “Nếu kể chuyện mà </a:t>
            </a:r>
            <a:r>
              <a:rPr lang="vi-V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 đổi phông nền</a:t>
            </a:r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người xem có hiểu không?”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EBEB7-49A3-4D96-9E6E-CD2563D9BC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03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Mở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mềm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thao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tác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giới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thiệu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câu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lệnh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trên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mềm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5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Thao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tác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trực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tiếp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trên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mềm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6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274DE4B8-A08E-D4C4-6194-7CB09D24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:notes">
            <a:extLst>
              <a:ext uri="{FF2B5EF4-FFF2-40B4-BE49-F238E27FC236}">
                <a16:creationId xmlns:a16="http://schemas.microsoft.com/office/drawing/2014/main" id="{D82C9171-225B-DF29-EDE7-FE34D1585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45:notes">
            <a:extLst>
              <a:ext uri="{FF2B5EF4-FFF2-40B4-BE49-F238E27FC236}">
                <a16:creationId xmlns:a16="http://schemas.microsoft.com/office/drawing/2014/main" id="{EA59ED6B-2DA7-D3B6-80AE-24733320A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Thao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tác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trực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tiếp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trên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mềm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5:notes">
            <a:extLst>
              <a:ext uri="{FF2B5EF4-FFF2-40B4-BE49-F238E27FC236}">
                <a16:creationId xmlns:a16="http://schemas.microsoft.com/office/drawing/2014/main" id="{487259C9-1EEE-AC63-E79D-89A6B79F0B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7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5312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>
          <a:extLst>
            <a:ext uri="{FF2B5EF4-FFF2-40B4-BE49-F238E27FC236}">
              <a16:creationId xmlns:a16="http://schemas.microsoft.com/office/drawing/2014/main" id="{1E1501EF-F619-2C09-DFB4-4AA5C1256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cebfd1385_0_77:notes">
            <a:extLst>
              <a:ext uri="{FF2B5EF4-FFF2-40B4-BE49-F238E27FC236}">
                <a16:creationId xmlns:a16="http://schemas.microsoft.com/office/drawing/2014/main" id="{2F2F0F78-32E9-9D41-EF63-EE7A7BB46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g3acebfd1385_0_77:notes">
            <a:extLst>
              <a:ext uri="{FF2B5EF4-FFF2-40B4-BE49-F238E27FC236}">
                <a16:creationId xmlns:a16="http://schemas.microsoft.com/office/drawing/2014/main" id="{04A3F38D-8A99-906D-85DC-5A7B059B2D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GV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thao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tác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trên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mềm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tạo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chương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trình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mẫu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acebfd1385_0_77:notes">
            <a:extLst>
              <a:ext uri="{FF2B5EF4-FFF2-40B4-BE49-F238E27FC236}">
                <a16:creationId xmlns:a16="http://schemas.microsoft.com/office/drawing/2014/main" id="{3092F017-F50A-A0A7-5F7C-B32CDED0C3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8628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>
          <a:extLst>
            <a:ext uri="{FF2B5EF4-FFF2-40B4-BE49-F238E27FC236}">
              <a16:creationId xmlns:a16="http://schemas.microsoft.com/office/drawing/2014/main" id="{183FA5D0-69BA-70C5-9D9D-DB8F51E80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cebfd1385_0_77:notes">
            <a:extLst>
              <a:ext uri="{FF2B5EF4-FFF2-40B4-BE49-F238E27FC236}">
                <a16:creationId xmlns:a16="http://schemas.microsoft.com/office/drawing/2014/main" id="{9753F585-91A8-2635-98D0-EB04B2FB72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g3acebfd1385_0_77:notes">
            <a:extLst>
              <a:ext uri="{FF2B5EF4-FFF2-40B4-BE49-F238E27FC236}">
                <a16:creationId xmlns:a16="http://schemas.microsoft.com/office/drawing/2014/main" id="{1F617EF0-DF0D-F960-F604-076AA7F28D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acebfd1385_0_77:notes">
            <a:extLst>
              <a:ext uri="{FF2B5EF4-FFF2-40B4-BE49-F238E27FC236}">
                <a16:creationId xmlns:a16="http://schemas.microsoft.com/office/drawing/2014/main" id="{FED70FF1-6BE1-E1B8-048C-C4F32E5290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3996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0A081-772A-4331-941C-B53A33BA9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C4019-E6E8-8D60-9204-F9361CC8F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8113B-FE29-1EE0-D5F8-619ACB32E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5D69A-569C-77E5-9BAA-E10A55F1E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6EBEB7-49A3-4D96-9E6E-CD2563D9BC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5271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2A64-6545-0C00-935F-D4BF46F4F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D9AAC-596E-BDFD-DD49-107FCC4EA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2FB19-C8BB-9146-F4D2-D183E7048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E9E03-7EB5-A5D6-6A1E-C9A33411A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6EBEB7-49A3-4D96-9E6E-CD2563D9BC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0013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A7BE9-05EA-2C95-6DF8-B66DE69DF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90F32-339E-F39F-7EEF-654C463B4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6BCC2-C46A-195F-AC4B-9A97268E7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B9739-7D00-B215-6958-28D9C33591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6EBEB7-49A3-4D96-9E6E-CD2563D9BC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5378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EBEB7-49A3-4D96-9E6E-CD2563D9BC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66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0E730-D7A4-9F7E-EC11-62271326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B2BB8-2A71-F8A2-B8BB-63C3E5FC6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E3AA6-3B7B-0ED3-5E7B-F2F7F1345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GV phổ biến luật chơi: “Cô/Thầy nói tình huống, nếu </a:t>
            </a:r>
            <a:r>
              <a:rPr lang="vi-V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 đổi cảnh</a:t>
            </a:r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thì vỗ tay, </a:t>
            </a:r>
            <a:r>
              <a:rPr lang="vi-V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 cần</a:t>
            </a:r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thì khoanh tay.”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2A7C8-E214-5602-D597-F52A01728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EBEB7-49A3-4D96-9E6E-CD2563D9BCE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55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099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685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8988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gif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13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hoá học lập trình Scratch cho trẻ em - Lập Trình Scratch Online">
            <a:extLst>
              <a:ext uri="{FF2B5EF4-FFF2-40B4-BE49-F238E27FC236}">
                <a16:creationId xmlns:a16="http://schemas.microsoft.com/office/drawing/2014/main" id="{81630782-09C5-91FD-B0CA-FE1010CBA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" y="0"/>
            <a:ext cx="18288004" cy="1031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 8"/>
          <p:cNvSpPr/>
          <p:nvPr/>
        </p:nvSpPr>
        <p:spPr>
          <a:xfrm>
            <a:off x="11991942" y="5379809"/>
            <a:ext cx="3809619" cy="4114800"/>
          </a:xfrm>
          <a:custGeom>
            <a:avLst/>
            <a:gdLst/>
            <a:ahLst/>
            <a:cxnLst/>
            <a:rect l="l" t="t" r="r" b="b"/>
            <a:pathLst>
              <a:path w="3809619" h="4114800">
                <a:moveTo>
                  <a:pt x="0" y="0"/>
                </a:moveTo>
                <a:lnTo>
                  <a:pt x="3809619" y="0"/>
                </a:lnTo>
                <a:lnTo>
                  <a:pt x="3809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0" y="0"/>
            <a:ext cx="1735916" cy="1759072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327" r="-28210" b="-261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7391401" y="1090108"/>
            <a:ext cx="10515600" cy="3199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ĐỔI PHÔNG NỀN</a:t>
            </a:r>
          </a:p>
          <a:p>
            <a:pPr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CHUYỂN CẢNH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672745"/>
            <a:ext cx="8445946" cy="3663429"/>
          </a:xfrm>
          <a:custGeom>
            <a:avLst/>
            <a:gdLst/>
            <a:ahLst/>
            <a:cxnLst/>
            <a:rect l="l" t="t" r="r" b="b"/>
            <a:pathLst>
              <a:path w="8445946" h="3663429">
                <a:moveTo>
                  <a:pt x="0" y="0"/>
                </a:moveTo>
                <a:lnTo>
                  <a:pt x="8445946" y="0"/>
                </a:lnTo>
                <a:lnTo>
                  <a:pt x="8445946" y="3663429"/>
                </a:lnTo>
                <a:lnTo>
                  <a:pt x="0" y="3663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735916" cy="1759072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27" r="-28210" b="-261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39820" y="2155135"/>
            <a:ext cx="5688189" cy="5579165"/>
          </a:xfrm>
          <a:custGeom>
            <a:avLst/>
            <a:gdLst/>
            <a:ahLst/>
            <a:cxnLst/>
            <a:rect l="l" t="t" r="r" b="b"/>
            <a:pathLst>
              <a:path w="5688189" h="5579165">
                <a:moveTo>
                  <a:pt x="0" y="0"/>
                </a:moveTo>
                <a:lnTo>
                  <a:pt x="5688189" y="0"/>
                </a:lnTo>
                <a:lnTo>
                  <a:pt x="5688189" y="5579165"/>
                </a:lnTo>
                <a:lnTo>
                  <a:pt x="0" y="5579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0" y="8732609"/>
            <a:ext cx="1442085" cy="1524000"/>
          </a:xfrm>
          <a:custGeom>
            <a:avLst/>
            <a:gdLst/>
            <a:ahLst/>
            <a:cxnLst/>
            <a:rect l="l" t="t" r="r" b="b"/>
            <a:pathLst>
              <a:path w="1442085" h="1524000">
                <a:moveTo>
                  <a:pt x="1442085" y="0"/>
                </a:moveTo>
                <a:lnTo>
                  <a:pt x="0" y="0"/>
                </a:lnTo>
                <a:lnTo>
                  <a:pt x="0" y="1524000"/>
                </a:lnTo>
                <a:lnTo>
                  <a:pt x="1442085" y="1524000"/>
                </a:lnTo>
                <a:lnTo>
                  <a:pt x="1442085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14714129" y="6481571"/>
            <a:ext cx="3573871" cy="3651465"/>
          </a:xfrm>
          <a:custGeom>
            <a:avLst/>
            <a:gdLst/>
            <a:ahLst/>
            <a:cxnLst/>
            <a:rect l="l" t="t" r="r" b="b"/>
            <a:pathLst>
              <a:path w="3573871" h="3651465">
                <a:moveTo>
                  <a:pt x="3573871" y="0"/>
                </a:moveTo>
                <a:lnTo>
                  <a:pt x="0" y="0"/>
                </a:lnTo>
                <a:lnTo>
                  <a:pt x="0" y="3651465"/>
                </a:lnTo>
                <a:lnTo>
                  <a:pt x="3573871" y="3651465"/>
                </a:lnTo>
                <a:lnTo>
                  <a:pt x="357387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0800000">
            <a:off x="9843191" y="0"/>
            <a:ext cx="8444809" cy="3662936"/>
          </a:xfrm>
          <a:custGeom>
            <a:avLst/>
            <a:gdLst/>
            <a:ahLst/>
            <a:cxnLst/>
            <a:rect l="l" t="t" r="r" b="b"/>
            <a:pathLst>
              <a:path w="8444809" h="3662936">
                <a:moveTo>
                  <a:pt x="0" y="0"/>
                </a:moveTo>
                <a:lnTo>
                  <a:pt x="8444809" y="0"/>
                </a:lnTo>
                <a:lnTo>
                  <a:pt x="8444809" y="3662936"/>
                </a:lnTo>
                <a:lnTo>
                  <a:pt x="0" y="3662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339152" y="3305767"/>
            <a:ext cx="9046834" cy="284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46"/>
              </a:lnSpc>
            </a:pPr>
            <a:r>
              <a:rPr lang="en-US" sz="16604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GẮN KẾT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14285" y="3934110"/>
            <a:ext cx="726281" cy="1708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0" y="8732609"/>
            <a:ext cx="1442085" cy="1524000"/>
          </a:xfrm>
          <a:custGeom>
            <a:avLst/>
            <a:gdLst/>
            <a:ahLst/>
            <a:cxnLst/>
            <a:rect l="l" t="t" r="r" b="b"/>
            <a:pathLst>
              <a:path w="1442085" h="1524000">
                <a:moveTo>
                  <a:pt x="1442085" y="0"/>
                </a:moveTo>
                <a:lnTo>
                  <a:pt x="0" y="0"/>
                </a:lnTo>
                <a:lnTo>
                  <a:pt x="0" y="1524000"/>
                </a:lnTo>
                <a:lnTo>
                  <a:pt x="1442085" y="1524000"/>
                </a:lnTo>
                <a:lnTo>
                  <a:pt x="1442085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F8E1DF-C2A9-189E-BF77-A9710091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00150" y="2237015"/>
            <a:ext cx="5000624" cy="5248655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C6F201-1D29-DE12-06FE-D95528D6E5B3}"/>
              </a:ext>
            </a:extLst>
          </p:cNvPr>
          <p:cNvSpPr txBox="1"/>
          <p:nvPr/>
        </p:nvSpPr>
        <p:spPr>
          <a:xfrm>
            <a:off x="1543050" y="2950899"/>
            <a:ext cx="3943350" cy="382088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Nhân vật và hình nền trên sản phẩm này có gì đặc biệt?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124AE-1BB8-2600-9B44-D933F23B7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974" y="1104790"/>
            <a:ext cx="10171050" cy="8073926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C3C66A7F-D25A-3AB2-A5FA-7F09E292CB67}"/>
              </a:ext>
            </a:extLst>
          </p:cNvPr>
          <p:cNvSpPr/>
          <p:nvPr/>
        </p:nvSpPr>
        <p:spPr>
          <a:xfrm>
            <a:off x="0" y="0"/>
            <a:ext cx="1735916" cy="1759072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27" r="-28210" b="-26185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04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672745"/>
            <a:ext cx="8445946" cy="3663429"/>
          </a:xfrm>
          <a:custGeom>
            <a:avLst/>
            <a:gdLst/>
            <a:ahLst/>
            <a:cxnLst/>
            <a:rect l="l" t="t" r="r" b="b"/>
            <a:pathLst>
              <a:path w="8445946" h="3663429">
                <a:moveTo>
                  <a:pt x="0" y="0"/>
                </a:moveTo>
                <a:lnTo>
                  <a:pt x="8445946" y="0"/>
                </a:lnTo>
                <a:lnTo>
                  <a:pt x="8445946" y="3663429"/>
                </a:lnTo>
                <a:lnTo>
                  <a:pt x="0" y="3663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735916" cy="1759072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27" r="-28210" b="-261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39820" y="2155135"/>
            <a:ext cx="5688189" cy="5579165"/>
          </a:xfrm>
          <a:custGeom>
            <a:avLst/>
            <a:gdLst/>
            <a:ahLst/>
            <a:cxnLst/>
            <a:rect l="l" t="t" r="r" b="b"/>
            <a:pathLst>
              <a:path w="5688189" h="5579165">
                <a:moveTo>
                  <a:pt x="0" y="0"/>
                </a:moveTo>
                <a:lnTo>
                  <a:pt x="5688189" y="0"/>
                </a:lnTo>
                <a:lnTo>
                  <a:pt x="5688189" y="5579165"/>
                </a:lnTo>
                <a:lnTo>
                  <a:pt x="0" y="5579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0" y="8732609"/>
            <a:ext cx="1442085" cy="1524000"/>
          </a:xfrm>
          <a:custGeom>
            <a:avLst/>
            <a:gdLst/>
            <a:ahLst/>
            <a:cxnLst/>
            <a:rect l="l" t="t" r="r" b="b"/>
            <a:pathLst>
              <a:path w="1442085" h="1524000">
                <a:moveTo>
                  <a:pt x="1442085" y="0"/>
                </a:moveTo>
                <a:lnTo>
                  <a:pt x="0" y="0"/>
                </a:lnTo>
                <a:lnTo>
                  <a:pt x="0" y="1524000"/>
                </a:lnTo>
                <a:lnTo>
                  <a:pt x="1442085" y="1524000"/>
                </a:lnTo>
                <a:lnTo>
                  <a:pt x="1442085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9843191" y="0"/>
            <a:ext cx="8444809" cy="3662936"/>
          </a:xfrm>
          <a:custGeom>
            <a:avLst/>
            <a:gdLst/>
            <a:ahLst/>
            <a:cxnLst/>
            <a:rect l="l" t="t" r="r" b="b"/>
            <a:pathLst>
              <a:path w="8444809" h="3662936">
                <a:moveTo>
                  <a:pt x="0" y="0"/>
                </a:moveTo>
                <a:lnTo>
                  <a:pt x="8444809" y="0"/>
                </a:lnTo>
                <a:lnTo>
                  <a:pt x="8444809" y="3662936"/>
                </a:lnTo>
                <a:lnTo>
                  <a:pt x="0" y="3662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171225" y="3315292"/>
            <a:ext cx="10711160" cy="268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47"/>
              </a:lnSpc>
            </a:pPr>
            <a:r>
              <a:rPr lang="en-US" sz="15605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KHÁM PHÁ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14285" y="3934110"/>
            <a:ext cx="726281" cy="1708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0" y="8732609"/>
            <a:ext cx="1442085" cy="1524000"/>
          </a:xfrm>
          <a:custGeom>
            <a:avLst/>
            <a:gdLst/>
            <a:ahLst/>
            <a:cxnLst/>
            <a:rect l="l" t="t" r="r" b="b"/>
            <a:pathLst>
              <a:path w="1442085" h="1524000">
                <a:moveTo>
                  <a:pt x="1442085" y="0"/>
                </a:moveTo>
                <a:lnTo>
                  <a:pt x="0" y="0"/>
                </a:lnTo>
                <a:lnTo>
                  <a:pt x="0" y="1524000"/>
                </a:lnTo>
                <a:lnTo>
                  <a:pt x="1442085" y="1524000"/>
                </a:lnTo>
                <a:lnTo>
                  <a:pt x="1442085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>
            <a:off x="14238832" y="6247932"/>
            <a:ext cx="4049168" cy="4008677"/>
          </a:xfrm>
          <a:custGeom>
            <a:avLst/>
            <a:gdLst/>
            <a:ahLst/>
            <a:cxnLst/>
            <a:rect l="l" t="t" r="r" b="b"/>
            <a:pathLst>
              <a:path w="4049168" h="4008677">
                <a:moveTo>
                  <a:pt x="4049168" y="0"/>
                </a:moveTo>
                <a:lnTo>
                  <a:pt x="0" y="0"/>
                </a:lnTo>
                <a:lnTo>
                  <a:pt x="0" y="4008677"/>
                </a:lnTo>
                <a:lnTo>
                  <a:pt x="4049168" y="4008677"/>
                </a:lnTo>
                <a:lnTo>
                  <a:pt x="4049168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cratch-cat-logo-300x300px | Junior Tech">
            <a:extLst>
              <a:ext uri="{FF2B5EF4-FFF2-40B4-BE49-F238E27FC236}">
                <a16:creationId xmlns:a16="http://schemas.microsoft.com/office/drawing/2014/main" id="{536B5FC4-7CE1-4014-E2DB-87466ABA2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5840" y="7933556"/>
            <a:ext cx="22479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20CF86-7976-D93B-BABC-6CE15F11F0E7}"/>
              </a:ext>
            </a:extLst>
          </p:cNvPr>
          <p:cNvSpPr txBox="1"/>
          <p:nvPr/>
        </p:nvSpPr>
        <p:spPr>
          <a:xfrm>
            <a:off x="3657600" y="2467164"/>
            <a:ext cx="4781338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4000" dirty="0" err="1"/>
              <a:t>Hình</a:t>
            </a:r>
            <a:r>
              <a:rPr lang="en-US" sz="4000" dirty="0"/>
              <a:t> </a:t>
            </a:r>
            <a:r>
              <a:rPr lang="en-US" sz="4000" dirty="0" err="1"/>
              <a:t>ảnh</a:t>
            </a:r>
            <a:r>
              <a:rPr lang="en-US" sz="4000" dirty="0"/>
              <a:t> </a:t>
            </a:r>
            <a:r>
              <a:rPr lang="en-US" sz="4000" dirty="0" err="1"/>
              <a:t>phía</a:t>
            </a:r>
            <a:r>
              <a:rPr lang="en-US" sz="4000" dirty="0"/>
              <a:t> </a:t>
            </a:r>
            <a:r>
              <a:rPr lang="en-US" sz="4000" dirty="0" err="1"/>
              <a:t>sau</a:t>
            </a:r>
            <a:r>
              <a:rPr lang="en-US" sz="4000" dirty="0"/>
              <a:t> </a:t>
            </a:r>
            <a:r>
              <a:rPr lang="en-US" sz="4000" dirty="0" err="1"/>
              <a:t>nhân</a:t>
            </a:r>
            <a:r>
              <a:rPr lang="en-US" sz="4000" dirty="0"/>
              <a:t> </a:t>
            </a:r>
            <a:r>
              <a:rPr lang="en-US" sz="4000" dirty="0" err="1"/>
              <a:t>vật</a:t>
            </a:r>
            <a:r>
              <a:rPr lang="en-US" sz="4000" dirty="0"/>
              <a:t> </a:t>
            </a:r>
            <a:r>
              <a:rPr lang="en-US" sz="4000" dirty="0" err="1"/>
              <a:t>gọi</a:t>
            </a:r>
            <a:r>
              <a:rPr lang="en-US" sz="4000" dirty="0"/>
              <a:t> </a:t>
            </a:r>
            <a:r>
              <a:rPr lang="en-US" sz="4000" dirty="0" err="1"/>
              <a:t>là</a:t>
            </a:r>
            <a:r>
              <a:rPr lang="en-US" sz="4000" dirty="0"/>
              <a:t> </a:t>
            </a:r>
            <a:r>
              <a:rPr lang="en-US" sz="4000" dirty="0" err="1"/>
              <a:t>gì</a:t>
            </a:r>
            <a:r>
              <a:rPr lang="en-US" sz="4000" dirty="0"/>
              <a:t>?</a:t>
            </a: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40BA556C-138A-E51E-4546-72253D51A9EF}"/>
              </a:ext>
            </a:extLst>
          </p:cNvPr>
          <p:cNvSpPr/>
          <p:nvPr/>
        </p:nvSpPr>
        <p:spPr>
          <a:xfrm>
            <a:off x="1597" y="123790"/>
            <a:ext cx="1735916" cy="1759072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27" r="-28210" b="-26185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5252C-68C1-431A-97BF-00332CB5E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7316" y="1713663"/>
            <a:ext cx="8260406" cy="62170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37B4EF-ED32-8DB4-889E-825213407B64}"/>
              </a:ext>
            </a:extLst>
          </p:cNvPr>
          <p:cNvSpPr txBox="1"/>
          <p:nvPr/>
        </p:nvSpPr>
        <p:spPr>
          <a:xfrm>
            <a:off x="1153143" y="5933870"/>
            <a:ext cx="80235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 err="1"/>
              <a:t>Gọi</a:t>
            </a:r>
            <a:r>
              <a:rPr lang="en-US" sz="4800" dirty="0"/>
              <a:t> </a:t>
            </a:r>
            <a:r>
              <a:rPr lang="en-US" sz="4800" dirty="0" err="1"/>
              <a:t>là</a:t>
            </a:r>
            <a:r>
              <a:rPr lang="en-US" sz="4800" dirty="0"/>
              <a:t> </a:t>
            </a:r>
            <a:r>
              <a:rPr lang="en-US" sz="4800" dirty="0" err="1"/>
              <a:t>phông</a:t>
            </a:r>
            <a:r>
              <a:rPr lang="en-US" sz="4800" dirty="0"/>
              <a:t> </a:t>
            </a:r>
            <a:r>
              <a:rPr lang="en-US" sz="4800" dirty="0" err="1"/>
              <a:t>nền</a:t>
            </a:r>
            <a:r>
              <a:rPr lang="en-US" sz="4800" dirty="0"/>
              <a:t>. </a:t>
            </a:r>
          </a:p>
          <a:p>
            <a:r>
              <a:rPr lang="en-US" sz="4800" dirty="0" err="1"/>
              <a:t>Mỗi</a:t>
            </a:r>
            <a:r>
              <a:rPr lang="en-US" sz="4800" dirty="0"/>
              <a:t> </a:t>
            </a:r>
            <a:r>
              <a:rPr lang="en-US" sz="4800" dirty="0" err="1"/>
              <a:t>phông</a:t>
            </a:r>
            <a:r>
              <a:rPr lang="en-US" sz="4800" dirty="0"/>
              <a:t> </a:t>
            </a:r>
            <a:r>
              <a:rPr lang="en-US" sz="4800" dirty="0" err="1"/>
              <a:t>nền</a:t>
            </a:r>
            <a:r>
              <a:rPr lang="en-US" sz="4800" dirty="0"/>
              <a:t> </a:t>
            </a:r>
            <a:r>
              <a:rPr lang="en-US" sz="4800" dirty="0" err="1"/>
              <a:t>là</a:t>
            </a:r>
            <a:r>
              <a:rPr lang="en-US" sz="4800" dirty="0"/>
              <a:t> </a:t>
            </a:r>
            <a:r>
              <a:rPr lang="en-US" sz="4800" dirty="0" err="1"/>
              <a:t>một</a:t>
            </a:r>
            <a:r>
              <a:rPr lang="en-US" sz="4800" dirty="0"/>
              <a:t> </a:t>
            </a:r>
            <a:r>
              <a:rPr lang="en-US" sz="4800" dirty="0" err="1"/>
              <a:t>cảnh</a:t>
            </a:r>
            <a:endParaRPr lang="en-US" sz="4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BBADDE3-1BA5-A422-6E80-5F885D1732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918" y="1674409"/>
            <a:ext cx="2678722" cy="26787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cratch-cat-logo-300x300px | Junior Tech">
            <a:extLst>
              <a:ext uri="{FF2B5EF4-FFF2-40B4-BE49-F238E27FC236}">
                <a16:creationId xmlns:a16="http://schemas.microsoft.com/office/drawing/2014/main" id="{CEC4D0EA-0273-F472-3DDC-78D0A4976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4237" y="8039100"/>
            <a:ext cx="22479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77BF9F21-9DF8-6FC3-6E98-70E24EAAF42E}"/>
              </a:ext>
            </a:extLst>
          </p:cNvPr>
          <p:cNvSpPr/>
          <p:nvPr/>
        </p:nvSpPr>
        <p:spPr>
          <a:xfrm>
            <a:off x="0" y="0"/>
            <a:ext cx="1735916" cy="1759072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27" r="-28210" b="-261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F127DE-0FF9-3A46-1994-AC1B00334736}"/>
              </a:ext>
            </a:extLst>
          </p:cNvPr>
          <p:cNvSpPr txBox="1"/>
          <p:nvPr/>
        </p:nvSpPr>
        <p:spPr>
          <a:xfrm>
            <a:off x="3079336" y="2180520"/>
            <a:ext cx="121293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 err="1"/>
              <a:t>Lệnh</a:t>
            </a:r>
            <a:r>
              <a:rPr lang="en-US" sz="4800" b="1" dirty="0"/>
              <a:t> </a:t>
            </a:r>
            <a:r>
              <a:rPr lang="en-US" sz="4800" b="1" dirty="0" err="1"/>
              <a:t>này</a:t>
            </a:r>
            <a:r>
              <a:rPr lang="en-US" sz="4800" b="1" dirty="0"/>
              <a:t> </a:t>
            </a:r>
            <a:r>
              <a:rPr lang="en-US" sz="4800" b="1" dirty="0" err="1"/>
              <a:t>sẽ</a:t>
            </a:r>
            <a:r>
              <a:rPr lang="en-US" sz="4800" b="1" dirty="0"/>
              <a:t> </a:t>
            </a:r>
            <a:r>
              <a:rPr lang="en-US" sz="4800" b="1" dirty="0" err="1"/>
              <a:t>làm</a:t>
            </a:r>
            <a:r>
              <a:rPr lang="en-US" sz="4800" b="1" dirty="0"/>
              <a:t> </a:t>
            </a:r>
            <a:r>
              <a:rPr lang="en-US" sz="4800" b="1" dirty="0" err="1"/>
              <a:t>điều</a:t>
            </a:r>
            <a:r>
              <a:rPr lang="en-US" sz="4800" b="1" dirty="0"/>
              <a:t> </a:t>
            </a:r>
            <a:r>
              <a:rPr lang="en-US" sz="4800" b="1" dirty="0" err="1"/>
              <a:t>gì</a:t>
            </a:r>
            <a:r>
              <a:rPr lang="en-US" sz="4800" b="1" dirty="0"/>
              <a:t> </a:t>
            </a:r>
            <a:r>
              <a:rPr lang="en-US" sz="4800" b="1" dirty="0" err="1"/>
              <a:t>khi</a:t>
            </a:r>
            <a:r>
              <a:rPr lang="en-US" sz="4800" b="1" dirty="0"/>
              <a:t> ta </a:t>
            </a:r>
            <a:r>
              <a:rPr lang="en-US" sz="4800" b="1" dirty="0" err="1"/>
              <a:t>sử</a:t>
            </a:r>
            <a:r>
              <a:rPr lang="en-US" sz="4800" b="1" dirty="0"/>
              <a:t> </a:t>
            </a:r>
            <a:r>
              <a:rPr lang="en-US" sz="4800" b="1" dirty="0" err="1"/>
              <a:t>dụng</a:t>
            </a:r>
            <a:r>
              <a:rPr lang="en-US" sz="4800" b="1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A651EB-9A3D-32A3-2B6C-5C51D7D81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602" y="4263963"/>
            <a:ext cx="7864096" cy="17590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EE1570-605D-672D-C05F-792BA67C6C61}"/>
              </a:ext>
            </a:extLst>
          </p:cNvPr>
          <p:cNvSpPr txBox="1"/>
          <p:nvPr/>
        </p:nvSpPr>
        <p:spPr>
          <a:xfrm>
            <a:off x="9933196" y="3989337"/>
            <a:ext cx="78640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/>
              <a:t>Thay </a:t>
            </a:r>
            <a:r>
              <a:rPr lang="en-US" sz="4800" dirty="0" err="1"/>
              <a:t>đổi</a:t>
            </a:r>
            <a:r>
              <a:rPr lang="en-US" sz="4800" dirty="0"/>
              <a:t> </a:t>
            </a:r>
            <a:r>
              <a:rPr lang="en-US" sz="4800" dirty="0" err="1"/>
              <a:t>phông</a:t>
            </a:r>
            <a:r>
              <a:rPr lang="en-US" sz="4800" dirty="0"/>
              <a:t> </a:t>
            </a:r>
            <a:r>
              <a:rPr lang="en-US" sz="4800" dirty="0" err="1"/>
              <a:t>nền</a:t>
            </a:r>
            <a:r>
              <a:rPr lang="en-US" sz="4800" dirty="0"/>
              <a:t> </a:t>
            </a:r>
            <a:r>
              <a:rPr lang="en-US" sz="4800" dirty="0" err="1"/>
              <a:t>đang</a:t>
            </a:r>
            <a:r>
              <a:rPr lang="en-US" sz="4800" dirty="0"/>
              <a:t> </a:t>
            </a:r>
            <a:r>
              <a:rPr lang="en-US" sz="4800" dirty="0" err="1"/>
              <a:t>hiển</a:t>
            </a:r>
            <a:r>
              <a:rPr lang="en-US" sz="4800" dirty="0"/>
              <a:t> </a:t>
            </a:r>
            <a:r>
              <a:rPr lang="en-US" sz="4800" dirty="0" err="1"/>
              <a:t>thị</a:t>
            </a:r>
            <a:r>
              <a:rPr lang="en-US" sz="4800" dirty="0"/>
              <a:t> </a:t>
            </a:r>
            <a:r>
              <a:rPr lang="en-US" sz="4800" dirty="0" err="1"/>
              <a:t>thành</a:t>
            </a:r>
            <a:r>
              <a:rPr lang="en-US" sz="4800" dirty="0"/>
              <a:t> </a:t>
            </a:r>
            <a:r>
              <a:rPr lang="en-US" sz="4800" dirty="0" err="1"/>
              <a:t>phồng</a:t>
            </a:r>
            <a:r>
              <a:rPr lang="en-US" sz="4800" dirty="0"/>
              <a:t> </a:t>
            </a:r>
            <a:r>
              <a:rPr lang="en-US" sz="4800" dirty="0" err="1"/>
              <a:t>nền</a:t>
            </a:r>
            <a:r>
              <a:rPr lang="en-US" sz="4800" dirty="0"/>
              <a:t> </a:t>
            </a:r>
            <a:r>
              <a:rPr lang="en-US" sz="4800" dirty="0" err="1"/>
              <a:t>mới</a:t>
            </a:r>
            <a:r>
              <a:rPr lang="en-US" sz="4800" dirty="0"/>
              <a:t> </a:t>
            </a:r>
            <a:r>
              <a:rPr lang="en-US" sz="4800" dirty="0" err="1"/>
              <a:t>được</a:t>
            </a:r>
            <a:r>
              <a:rPr lang="en-US" sz="4800" dirty="0"/>
              <a:t> </a:t>
            </a:r>
            <a:r>
              <a:rPr lang="en-US" sz="4800" dirty="0" err="1"/>
              <a:t>chọn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9BF89517-558D-ED56-C872-9D70CFF0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>
            <a:extLst>
              <a:ext uri="{FF2B5EF4-FFF2-40B4-BE49-F238E27FC236}">
                <a16:creationId xmlns:a16="http://schemas.microsoft.com/office/drawing/2014/main" id="{497C9532-99F2-017E-AA13-3F3E25C53942}"/>
              </a:ext>
            </a:extLst>
          </p:cNvPr>
          <p:cNvSpPr/>
          <p:nvPr/>
        </p:nvSpPr>
        <p:spPr>
          <a:xfrm>
            <a:off x="308997" y="7800650"/>
            <a:ext cx="9239202" cy="1883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137138" rIns="137138" bIns="68550" anchor="ctr" anchorCtr="0">
            <a:noAutofit/>
          </a:bodyPr>
          <a:lstStyle/>
          <a:p>
            <a:pPr defTabSz="1371600">
              <a:buClr>
                <a:srgbClr val="000000"/>
              </a:buClr>
              <a:buSzPts val="1600"/>
            </a:pPr>
            <a:endParaRPr sz="24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5">
            <a:extLst>
              <a:ext uri="{FF2B5EF4-FFF2-40B4-BE49-F238E27FC236}">
                <a16:creationId xmlns:a16="http://schemas.microsoft.com/office/drawing/2014/main" id="{7775F7FD-E2BD-20D5-E8B7-D86E1057CA41}"/>
              </a:ext>
            </a:extLst>
          </p:cNvPr>
          <p:cNvSpPr/>
          <p:nvPr/>
        </p:nvSpPr>
        <p:spPr>
          <a:xfrm rot="10800000" flipH="1">
            <a:off x="2875293" y="8154606"/>
            <a:ext cx="4106610" cy="609099"/>
          </a:xfrm>
          <a:prstGeom prst="ellipse">
            <a:avLst/>
          </a:prstGeom>
          <a:solidFill>
            <a:srgbClr val="FBFBFB">
              <a:alpha val="70196"/>
            </a:srgbClr>
          </a:solidFill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defTabSz="1371600">
              <a:buClr>
                <a:srgbClr val="000000"/>
              </a:buClr>
              <a:buSzPts val="1800"/>
            </a:pPr>
            <a:endParaRPr sz="27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Scratch-cat-logo-300x300px | Junior Tech">
            <a:extLst>
              <a:ext uri="{FF2B5EF4-FFF2-40B4-BE49-F238E27FC236}">
                <a16:creationId xmlns:a16="http://schemas.microsoft.com/office/drawing/2014/main" id="{7F991D23-8B9C-0A37-BCB3-513D885FD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4237" y="8039100"/>
            <a:ext cx="22479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6F25D053-D222-7A9A-A7A6-965259AB9195}"/>
              </a:ext>
            </a:extLst>
          </p:cNvPr>
          <p:cNvSpPr/>
          <p:nvPr/>
        </p:nvSpPr>
        <p:spPr>
          <a:xfrm>
            <a:off x="0" y="0"/>
            <a:ext cx="1735916" cy="1759072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27" r="-28210" b="-261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83D05-20D4-98DE-E69E-754D3926C4C0}"/>
              </a:ext>
            </a:extLst>
          </p:cNvPr>
          <p:cNvSpPr txBox="1"/>
          <p:nvPr/>
        </p:nvSpPr>
        <p:spPr>
          <a:xfrm>
            <a:off x="1634830" y="7559576"/>
            <a:ext cx="150183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Thêm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nhiều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nền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khác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nhau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và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có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thể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kiểm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tra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bằng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cách</a:t>
            </a:r>
            <a:r>
              <a: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</a:p>
          <a:p>
            <a:pPr algn="just"/>
            <a:r>
              <a:rPr lang="en-US" sz="4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Bấm</a:t>
            </a:r>
            <a:r>
              <a:rPr lang="en-US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vào</a:t>
            </a:r>
            <a:r>
              <a:rPr lang="en-US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phông</a:t>
            </a:r>
            <a:r>
              <a:rPr lang="en-US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nền</a:t>
            </a:r>
            <a:r>
              <a:rPr lang="en-US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-&gt; Sau </a:t>
            </a:r>
            <a:r>
              <a:rPr lang="en-US" sz="4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đó</a:t>
            </a:r>
            <a:r>
              <a:rPr lang="en-US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chọn</a:t>
            </a:r>
            <a:r>
              <a:rPr lang="en-US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Custom (Trang </a:t>
            </a:r>
            <a:r>
              <a:rPr lang="en-US" sz="4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phục</a:t>
            </a:r>
            <a:r>
              <a:rPr lang="en-US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) </a:t>
            </a:r>
          </a:p>
          <a:p>
            <a:pPr algn="just"/>
            <a:r>
              <a:rPr lang="en-US" sz="4800" b="1" i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-&gt; </a:t>
            </a:r>
            <a:r>
              <a:rPr lang="en-US" sz="4800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en-US" sz="4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hỉnh</a:t>
            </a:r>
            <a:r>
              <a:rPr lang="en-US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sửa</a:t>
            </a:r>
            <a:r>
              <a:rPr lang="en-US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n-US" sz="4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nếu</a:t>
            </a:r>
            <a:r>
              <a:rPr lang="en-US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cần</a:t>
            </a:r>
            <a:r>
              <a:rPr lang="en-US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sz="4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A47D81-89EA-FAD4-DA46-1CBB74D2FA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811" y="507413"/>
            <a:ext cx="12906375" cy="660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81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672745"/>
            <a:ext cx="8445946" cy="3663429"/>
          </a:xfrm>
          <a:custGeom>
            <a:avLst/>
            <a:gdLst/>
            <a:ahLst/>
            <a:cxnLst/>
            <a:rect l="l" t="t" r="r" b="b"/>
            <a:pathLst>
              <a:path w="8445946" h="3663429">
                <a:moveTo>
                  <a:pt x="0" y="0"/>
                </a:moveTo>
                <a:lnTo>
                  <a:pt x="8445946" y="0"/>
                </a:lnTo>
                <a:lnTo>
                  <a:pt x="8445946" y="3663429"/>
                </a:lnTo>
                <a:lnTo>
                  <a:pt x="0" y="3663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735916" cy="1759072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27" r="-28210" b="-261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39820" y="2155135"/>
            <a:ext cx="5688189" cy="5579165"/>
          </a:xfrm>
          <a:custGeom>
            <a:avLst/>
            <a:gdLst/>
            <a:ahLst/>
            <a:cxnLst/>
            <a:rect l="l" t="t" r="r" b="b"/>
            <a:pathLst>
              <a:path w="5688189" h="5579165">
                <a:moveTo>
                  <a:pt x="0" y="0"/>
                </a:moveTo>
                <a:lnTo>
                  <a:pt x="5688189" y="0"/>
                </a:lnTo>
                <a:lnTo>
                  <a:pt x="5688189" y="5579165"/>
                </a:lnTo>
                <a:lnTo>
                  <a:pt x="0" y="5579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0" y="8732609"/>
            <a:ext cx="1442085" cy="1524000"/>
          </a:xfrm>
          <a:custGeom>
            <a:avLst/>
            <a:gdLst/>
            <a:ahLst/>
            <a:cxnLst/>
            <a:rect l="l" t="t" r="r" b="b"/>
            <a:pathLst>
              <a:path w="1442085" h="1524000">
                <a:moveTo>
                  <a:pt x="1442085" y="0"/>
                </a:moveTo>
                <a:lnTo>
                  <a:pt x="0" y="0"/>
                </a:lnTo>
                <a:lnTo>
                  <a:pt x="0" y="1524000"/>
                </a:lnTo>
                <a:lnTo>
                  <a:pt x="1442085" y="1524000"/>
                </a:lnTo>
                <a:lnTo>
                  <a:pt x="1442085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9843191" y="0"/>
            <a:ext cx="8444809" cy="3662936"/>
          </a:xfrm>
          <a:custGeom>
            <a:avLst/>
            <a:gdLst/>
            <a:ahLst/>
            <a:cxnLst/>
            <a:rect l="l" t="t" r="r" b="b"/>
            <a:pathLst>
              <a:path w="8444809" h="3662936">
                <a:moveTo>
                  <a:pt x="0" y="0"/>
                </a:moveTo>
                <a:lnTo>
                  <a:pt x="8444809" y="0"/>
                </a:lnTo>
                <a:lnTo>
                  <a:pt x="8444809" y="3662936"/>
                </a:lnTo>
                <a:lnTo>
                  <a:pt x="0" y="3662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094662" y="3425226"/>
            <a:ext cx="10861030" cy="2621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27"/>
              </a:lnSpc>
            </a:pPr>
            <a:r>
              <a:rPr lang="en-US" sz="15305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GIẢI THÍCH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14285" y="3934110"/>
            <a:ext cx="726281" cy="1708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0" y="8732609"/>
            <a:ext cx="1442085" cy="1524000"/>
          </a:xfrm>
          <a:custGeom>
            <a:avLst/>
            <a:gdLst/>
            <a:ahLst/>
            <a:cxnLst/>
            <a:rect l="l" t="t" r="r" b="b"/>
            <a:pathLst>
              <a:path w="1442085" h="1524000">
                <a:moveTo>
                  <a:pt x="1442085" y="0"/>
                </a:moveTo>
                <a:lnTo>
                  <a:pt x="0" y="0"/>
                </a:lnTo>
                <a:lnTo>
                  <a:pt x="0" y="1524000"/>
                </a:lnTo>
                <a:lnTo>
                  <a:pt x="1442085" y="1524000"/>
                </a:lnTo>
                <a:lnTo>
                  <a:pt x="1442085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215709" y="6375906"/>
            <a:ext cx="3739983" cy="3911094"/>
          </a:xfrm>
          <a:custGeom>
            <a:avLst/>
            <a:gdLst/>
            <a:ahLst/>
            <a:cxnLst/>
            <a:rect l="l" t="t" r="r" b="b"/>
            <a:pathLst>
              <a:path w="3739983" h="3911094">
                <a:moveTo>
                  <a:pt x="0" y="0"/>
                </a:moveTo>
                <a:lnTo>
                  <a:pt x="3739984" y="0"/>
                </a:lnTo>
                <a:lnTo>
                  <a:pt x="3739984" y="3911094"/>
                </a:lnTo>
                <a:lnTo>
                  <a:pt x="0" y="39110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72">
          <a:extLst>
            <a:ext uri="{FF2B5EF4-FFF2-40B4-BE49-F238E27FC236}">
              <a16:creationId xmlns:a16="http://schemas.microsoft.com/office/drawing/2014/main" id="{10602350-69C6-DDB9-6595-AB2B5208F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8" name="Rectangle 37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8288006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923516"/>
            <a:ext cx="18287996" cy="2386113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7923516"/>
            <a:ext cx="12172950" cy="2386113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7923516"/>
            <a:ext cx="18287997" cy="238611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Google Shape;373;g3acebfd1385_0_77">
            <a:extLst>
              <a:ext uri="{FF2B5EF4-FFF2-40B4-BE49-F238E27FC236}">
                <a16:creationId xmlns:a16="http://schemas.microsoft.com/office/drawing/2014/main" id="{61402509-7F4C-6447-78CA-B39F8689AD40}"/>
              </a:ext>
            </a:extLst>
          </p:cNvPr>
          <p:cNvSpPr/>
          <p:nvPr/>
        </p:nvSpPr>
        <p:spPr>
          <a:xfrm>
            <a:off x="1049571" y="8236456"/>
            <a:ext cx="10443108" cy="17388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15DBB"/>
              </a:buClr>
              <a:buSzPts val="3600"/>
            </a:pPr>
            <a:r>
              <a:rPr 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rPr>
              <a:t>Quan sát lên chương trình mẫu</a:t>
            </a:r>
            <a:endParaRPr lang="en-US" sz="6000" kern="12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5F3555-4C0E-C074-64D7-766C3A6AB435}"/>
              </a:ext>
            </a:extLst>
          </p:cNvPr>
          <p:cNvSpPr txBox="1"/>
          <p:nvPr/>
        </p:nvSpPr>
        <p:spPr>
          <a:xfrm>
            <a:off x="12684783" y="8450647"/>
            <a:ext cx="5112832" cy="1310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0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Nhân vật nói trước hay đổi cảnh trước?</a:t>
            </a:r>
            <a:endParaRPr lang="en-US" sz="3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7F4E46-A264-43CF-D4F6-E236FF46C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355" y="586248"/>
            <a:ext cx="14338218" cy="6778671"/>
          </a:xfrm>
          <a:prstGeom prst="rect">
            <a:avLst/>
          </a:prstGeom>
        </p:spPr>
      </p:pic>
      <p:sp>
        <p:nvSpPr>
          <p:cNvPr id="2" name="Freeform 3">
            <a:extLst>
              <a:ext uri="{FF2B5EF4-FFF2-40B4-BE49-F238E27FC236}">
                <a16:creationId xmlns:a16="http://schemas.microsoft.com/office/drawing/2014/main" id="{37EAE787-F1C5-C492-9729-5887AE5CB726}"/>
              </a:ext>
            </a:extLst>
          </p:cNvPr>
          <p:cNvSpPr/>
          <p:nvPr/>
        </p:nvSpPr>
        <p:spPr>
          <a:xfrm>
            <a:off x="0" y="229180"/>
            <a:ext cx="1735916" cy="1759072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27" r="-28210" b="-26185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0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72">
          <a:extLst>
            <a:ext uri="{FF2B5EF4-FFF2-40B4-BE49-F238E27FC236}">
              <a16:creationId xmlns:a16="http://schemas.microsoft.com/office/drawing/2014/main" id="{6AC64FB0-59C9-3B04-988C-10B3935E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Google Shape;373;g3acebfd1385_0_77">
            <a:extLst>
              <a:ext uri="{FF2B5EF4-FFF2-40B4-BE49-F238E27FC236}">
                <a16:creationId xmlns:a16="http://schemas.microsoft.com/office/drawing/2014/main" id="{74709427-724B-B2BF-53B4-0B31FDF9448F}"/>
              </a:ext>
            </a:extLst>
          </p:cNvPr>
          <p:cNvSpPr/>
          <p:nvPr/>
        </p:nvSpPr>
        <p:spPr>
          <a:xfrm>
            <a:off x="9326122" y="2528657"/>
            <a:ext cx="8002395" cy="450621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15DBB"/>
              </a:buClr>
              <a:buSzPts val="3600"/>
            </a:pPr>
            <a:r>
              <a:rPr lang="en-US" sz="7200" b="1" dirty="0">
                <a:solidFill>
                  <a:srgbClr val="002060"/>
                </a:solidFill>
                <a:latin typeface="+mj-lt"/>
                <a:ea typeface="+mj-ea"/>
                <a:cs typeface="+mj-cs"/>
                <a:sym typeface="Arial"/>
              </a:rPr>
              <a:t>THỨ TỰ CÂU LỆNH QUYẾT ĐỊNH TRÌNH TỰ CÂU CHUYỆN</a:t>
            </a:r>
            <a:endParaRPr lang="en-US" sz="7200" dirty="0">
              <a:solidFill>
                <a:srgbClr val="002060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5793" y="1"/>
            <a:ext cx="1732713" cy="886514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23578" y="0"/>
            <a:ext cx="2606101" cy="1439304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4367"/>
            <a:ext cx="239611" cy="829494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8753473"/>
            <a:ext cx="2322270" cy="1533527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46641" y="8576859"/>
            <a:ext cx="2657414" cy="171014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 descr="Thông báo danh sách học sinh các lớp năm học 2023-2024">
            <a:extLst>
              <a:ext uri="{FF2B5EF4-FFF2-40B4-BE49-F238E27FC236}">
                <a16:creationId xmlns:a16="http://schemas.microsoft.com/office/drawing/2014/main" id="{999B7BC2-3FCB-D2FB-986B-E0815CF4E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60" y="898080"/>
            <a:ext cx="7767373" cy="7767373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Freeform: Shape 104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80769" y="9388134"/>
            <a:ext cx="2348910" cy="898867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FB5A6C72-D52E-1258-2902-1377491DBCB5}"/>
              </a:ext>
            </a:extLst>
          </p:cNvPr>
          <p:cNvSpPr/>
          <p:nvPr/>
        </p:nvSpPr>
        <p:spPr>
          <a:xfrm>
            <a:off x="0" y="229180"/>
            <a:ext cx="1735916" cy="1759072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27" r="-28210" b="-26185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98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672745"/>
            <a:ext cx="8445946" cy="3663429"/>
          </a:xfrm>
          <a:custGeom>
            <a:avLst/>
            <a:gdLst/>
            <a:ahLst/>
            <a:cxnLst/>
            <a:rect l="l" t="t" r="r" b="b"/>
            <a:pathLst>
              <a:path w="8445946" h="3663429">
                <a:moveTo>
                  <a:pt x="0" y="0"/>
                </a:moveTo>
                <a:lnTo>
                  <a:pt x="8445946" y="0"/>
                </a:lnTo>
                <a:lnTo>
                  <a:pt x="8445946" y="3663429"/>
                </a:lnTo>
                <a:lnTo>
                  <a:pt x="0" y="3663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735916" cy="1759072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27" r="-28210" b="-261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39820" y="2155135"/>
            <a:ext cx="5688189" cy="5579165"/>
          </a:xfrm>
          <a:custGeom>
            <a:avLst/>
            <a:gdLst/>
            <a:ahLst/>
            <a:cxnLst/>
            <a:rect l="l" t="t" r="r" b="b"/>
            <a:pathLst>
              <a:path w="5688189" h="5579165">
                <a:moveTo>
                  <a:pt x="0" y="0"/>
                </a:moveTo>
                <a:lnTo>
                  <a:pt x="5688189" y="0"/>
                </a:lnTo>
                <a:lnTo>
                  <a:pt x="5688189" y="5579165"/>
                </a:lnTo>
                <a:lnTo>
                  <a:pt x="0" y="5579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0" y="8732609"/>
            <a:ext cx="1442085" cy="1524000"/>
          </a:xfrm>
          <a:custGeom>
            <a:avLst/>
            <a:gdLst/>
            <a:ahLst/>
            <a:cxnLst/>
            <a:rect l="l" t="t" r="r" b="b"/>
            <a:pathLst>
              <a:path w="1442085" h="1524000">
                <a:moveTo>
                  <a:pt x="1442085" y="0"/>
                </a:moveTo>
                <a:lnTo>
                  <a:pt x="0" y="0"/>
                </a:lnTo>
                <a:lnTo>
                  <a:pt x="0" y="1524000"/>
                </a:lnTo>
                <a:lnTo>
                  <a:pt x="1442085" y="1524000"/>
                </a:lnTo>
                <a:lnTo>
                  <a:pt x="1442085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9843191" y="0"/>
            <a:ext cx="8444809" cy="3662936"/>
          </a:xfrm>
          <a:custGeom>
            <a:avLst/>
            <a:gdLst/>
            <a:ahLst/>
            <a:cxnLst/>
            <a:rect l="l" t="t" r="r" b="b"/>
            <a:pathLst>
              <a:path w="8444809" h="3662936">
                <a:moveTo>
                  <a:pt x="0" y="0"/>
                </a:moveTo>
                <a:lnTo>
                  <a:pt x="8444809" y="0"/>
                </a:lnTo>
                <a:lnTo>
                  <a:pt x="8444809" y="3662936"/>
                </a:lnTo>
                <a:lnTo>
                  <a:pt x="0" y="3662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828009" y="3506509"/>
            <a:ext cx="10774191" cy="2516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7"/>
              </a:lnSpc>
            </a:pPr>
            <a:r>
              <a:rPr lang="en-US" sz="15005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VẬN DỤNG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14285" y="3934110"/>
            <a:ext cx="726281" cy="1708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0" y="8732609"/>
            <a:ext cx="1442085" cy="1524000"/>
          </a:xfrm>
          <a:custGeom>
            <a:avLst/>
            <a:gdLst/>
            <a:ahLst/>
            <a:cxnLst/>
            <a:rect l="l" t="t" r="r" b="b"/>
            <a:pathLst>
              <a:path w="1442085" h="1524000">
                <a:moveTo>
                  <a:pt x="1442085" y="0"/>
                </a:moveTo>
                <a:lnTo>
                  <a:pt x="0" y="0"/>
                </a:lnTo>
                <a:lnTo>
                  <a:pt x="0" y="1524000"/>
                </a:lnTo>
                <a:lnTo>
                  <a:pt x="1442085" y="1524000"/>
                </a:lnTo>
                <a:lnTo>
                  <a:pt x="1442085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059007" y="6672745"/>
            <a:ext cx="4009918" cy="3583864"/>
          </a:xfrm>
          <a:custGeom>
            <a:avLst/>
            <a:gdLst/>
            <a:ahLst/>
            <a:cxnLst/>
            <a:rect l="l" t="t" r="r" b="b"/>
            <a:pathLst>
              <a:path w="4009918" h="3583864">
                <a:moveTo>
                  <a:pt x="0" y="0"/>
                </a:moveTo>
                <a:lnTo>
                  <a:pt x="4009918" y="0"/>
                </a:lnTo>
                <a:lnTo>
                  <a:pt x="4009918" y="3583864"/>
                </a:lnTo>
                <a:lnTo>
                  <a:pt x="0" y="35838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DA3DB-503E-905E-8873-7774E549D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8FE33791-BE7C-80D1-5BC1-097B0D909CA2}"/>
              </a:ext>
            </a:extLst>
          </p:cNvPr>
          <p:cNvSpPr txBox="1"/>
          <p:nvPr/>
        </p:nvSpPr>
        <p:spPr>
          <a:xfrm>
            <a:off x="960120" y="493776"/>
            <a:ext cx="10341864" cy="267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81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  <a:sym typeface="Noto Sans Bold"/>
              </a:rPr>
              <a:t>Thực hành</a:t>
            </a: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428" y="3593592"/>
            <a:ext cx="6365383" cy="27432"/>
          </a:xfrm>
          <a:custGeom>
            <a:avLst/>
            <a:gdLst>
              <a:gd name="csX0" fmla="*/ 0 w 6365383"/>
              <a:gd name="csY0" fmla="*/ 0 h 27432"/>
              <a:gd name="csX1" fmla="*/ 636538 w 6365383"/>
              <a:gd name="csY1" fmla="*/ 0 h 27432"/>
              <a:gd name="csX2" fmla="*/ 1336730 w 6365383"/>
              <a:gd name="csY2" fmla="*/ 0 h 27432"/>
              <a:gd name="csX3" fmla="*/ 1909615 w 6365383"/>
              <a:gd name="csY3" fmla="*/ 0 h 27432"/>
              <a:gd name="csX4" fmla="*/ 2418846 w 6365383"/>
              <a:gd name="csY4" fmla="*/ 0 h 27432"/>
              <a:gd name="csX5" fmla="*/ 2928076 w 6365383"/>
              <a:gd name="csY5" fmla="*/ 0 h 27432"/>
              <a:gd name="csX6" fmla="*/ 3373653 w 6365383"/>
              <a:gd name="csY6" fmla="*/ 0 h 27432"/>
              <a:gd name="csX7" fmla="*/ 4137499 w 6365383"/>
              <a:gd name="csY7" fmla="*/ 0 h 27432"/>
              <a:gd name="csX8" fmla="*/ 4901345 w 6365383"/>
              <a:gd name="csY8" fmla="*/ 0 h 27432"/>
              <a:gd name="csX9" fmla="*/ 5665191 w 6365383"/>
              <a:gd name="csY9" fmla="*/ 0 h 27432"/>
              <a:gd name="csX10" fmla="*/ 6365383 w 6365383"/>
              <a:gd name="csY10" fmla="*/ 0 h 27432"/>
              <a:gd name="csX11" fmla="*/ 6365383 w 6365383"/>
              <a:gd name="csY11" fmla="*/ 27432 h 27432"/>
              <a:gd name="csX12" fmla="*/ 5728845 w 6365383"/>
              <a:gd name="csY12" fmla="*/ 27432 h 27432"/>
              <a:gd name="csX13" fmla="*/ 5028653 w 6365383"/>
              <a:gd name="csY13" fmla="*/ 27432 h 27432"/>
              <a:gd name="csX14" fmla="*/ 4583076 w 6365383"/>
              <a:gd name="csY14" fmla="*/ 27432 h 27432"/>
              <a:gd name="csX15" fmla="*/ 4137499 w 6365383"/>
              <a:gd name="csY15" fmla="*/ 27432 h 27432"/>
              <a:gd name="csX16" fmla="*/ 3691922 w 6365383"/>
              <a:gd name="csY16" fmla="*/ 27432 h 27432"/>
              <a:gd name="csX17" fmla="*/ 3182692 w 6365383"/>
              <a:gd name="csY17" fmla="*/ 27432 h 27432"/>
              <a:gd name="csX18" fmla="*/ 2673461 w 6365383"/>
              <a:gd name="csY18" fmla="*/ 27432 h 27432"/>
              <a:gd name="csX19" fmla="*/ 2164230 w 6365383"/>
              <a:gd name="csY19" fmla="*/ 27432 h 27432"/>
              <a:gd name="csX20" fmla="*/ 1655000 w 6365383"/>
              <a:gd name="csY20" fmla="*/ 27432 h 27432"/>
              <a:gd name="csX21" fmla="*/ 1145769 w 6365383"/>
              <a:gd name="csY21" fmla="*/ 27432 h 27432"/>
              <a:gd name="csX22" fmla="*/ 0 w 6365383"/>
              <a:gd name="csY22" fmla="*/ 27432 h 27432"/>
              <a:gd name="csX23" fmla="*/ 0 w 6365383"/>
              <a:gd name="csY23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65383" h="27432" fill="none" extrusionOk="0">
                <a:moveTo>
                  <a:pt x="0" y="0"/>
                </a:moveTo>
                <a:cubicBezTo>
                  <a:pt x="164014" y="-28800"/>
                  <a:pt x="392589" y="16597"/>
                  <a:pt x="636538" y="0"/>
                </a:cubicBezTo>
                <a:cubicBezTo>
                  <a:pt x="880487" y="-16597"/>
                  <a:pt x="1095224" y="-7871"/>
                  <a:pt x="1336730" y="0"/>
                </a:cubicBezTo>
                <a:cubicBezTo>
                  <a:pt x="1578236" y="7871"/>
                  <a:pt x="1649337" y="-22384"/>
                  <a:pt x="1909615" y="0"/>
                </a:cubicBezTo>
                <a:cubicBezTo>
                  <a:pt x="2169893" y="22384"/>
                  <a:pt x="2279697" y="7436"/>
                  <a:pt x="2418846" y="0"/>
                </a:cubicBezTo>
                <a:cubicBezTo>
                  <a:pt x="2557995" y="-7436"/>
                  <a:pt x="2719158" y="24395"/>
                  <a:pt x="2928076" y="0"/>
                </a:cubicBezTo>
                <a:cubicBezTo>
                  <a:pt x="3136994" y="-24395"/>
                  <a:pt x="3236398" y="-16046"/>
                  <a:pt x="3373653" y="0"/>
                </a:cubicBezTo>
                <a:cubicBezTo>
                  <a:pt x="3510908" y="16046"/>
                  <a:pt x="3933654" y="-18835"/>
                  <a:pt x="4137499" y="0"/>
                </a:cubicBezTo>
                <a:cubicBezTo>
                  <a:pt x="4341344" y="18835"/>
                  <a:pt x="4634949" y="16518"/>
                  <a:pt x="4901345" y="0"/>
                </a:cubicBezTo>
                <a:cubicBezTo>
                  <a:pt x="5167741" y="-16518"/>
                  <a:pt x="5482502" y="-23233"/>
                  <a:pt x="5665191" y="0"/>
                </a:cubicBezTo>
                <a:cubicBezTo>
                  <a:pt x="5847880" y="23233"/>
                  <a:pt x="6038909" y="-19558"/>
                  <a:pt x="6365383" y="0"/>
                </a:cubicBezTo>
                <a:cubicBezTo>
                  <a:pt x="6366317" y="12270"/>
                  <a:pt x="6364320" y="20068"/>
                  <a:pt x="6365383" y="27432"/>
                </a:cubicBezTo>
                <a:cubicBezTo>
                  <a:pt x="6160909" y="45028"/>
                  <a:pt x="5918554" y="42323"/>
                  <a:pt x="5728845" y="27432"/>
                </a:cubicBezTo>
                <a:cubicBezTo>
                  <a:pt x="5539136" y="12541"/>
                  <a:pt x="5172149" y="23835"/>
                  <a:pt x="5028653" y="27432"/>
                </a:cubicBezTo>
                <a:cubicBezTo>
                  <a:pt x="4885157" y="31029"/>
                  <a:pt x="4768966" y="33290"/>
                  <a:pt x="4583076" y="27432"/>
                </a:cubicBezTo>
                <a:cubicBezTo>
                  <a:pt x="4397186" y="21574"/>
                  <a:pt x="4295537" y="38724"/>
                  <a:pt x="4137499" y="27432"/>
                </a:cubicBezTo>
                <a:cubicBezTo>
                  <a:pt x="3979461" y="16140"/>
                  <a:pt x="3895902" y="23317"/>
                  <a:pt x="3691922" y="27432"/>
                </a:cubicBezTo>
                <a:cubicBezTo>
                  <a:pt x="3487942" y="31547"/>
                  <a:pt x="3348597" y="42606"/>
                  <a:pt x="3182692" y="27432"/>
                </a:cubicBezTo>
                <a:cubicBezTo>
                  <a:pt x="3016787" y="12259"/>
                  <a:pt x="2922425" y="45987"/>
                  <a:pt x="2673461" y="27432"/>
                </a:cubicBezTo>
                <a:cubicBezTo>
                  <a:pt x="2424497" y="8877"/>
                  <a:pt x="2406338" y="46461"/>
                  <a:pt x="2164230" y="27432"/>
                </a:cubicBezTo>
                <a:cubicBezTo>
                  <a:pt x="1922122" y="8403"/>
                  <a:pt x="1843534" y="2368"/>
                  <a:pt x="1655000" y="27432"/>
                </a:cubicBezTo>
                <a:cubicBezTo>
                  <a:pt x="1466466" y="52497"/>
                  <a:pt x="1384300" y="39658"/>
                  <a:pt x="1145769" y="27432"/>
                </a:cubicBezTo>
                <a:cubicBezTo>
                  <a:pt x="907238" y="15206"/>
                  <a:pt x="344177" y="36391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w="6365383" h="27432" stroke="0" extrusionOk="0">
                <a:moveTo>
                  <a:pt x="0" y="0"/>
                </a:moveTo>
                <a:cubicBezTo>
                  <a:pt x="152654" y="12967"/>
                  <a:pt x="297359" y="-4977"/>
                  <a:pt x="509231" y="0"/>
                </a:cubicBezTo>
                <a:cubicBezTo>
                  <a:pt x="721103" y="4977"/>
                  <a:pt x="792740" y="-12744"/>
                  <a:pt x="954807" y="0"/>
                </a:cubicBezTo>
                <a:cubicBezTo>
                  <a:pt x="1116874" y="12744"/>
                  <a:pt x="1322429" y="24743"/>
                  <a:pt x="1464038" y="0"/>
                </a:cubicBezTo>
                <a:cubicBezTo>
                  <a:pt x="1605647" y="-24743"/>
                  <a:pt x="1947393" y="-20672"/>
                  <a:pt x="2100576" y="0"/>
                </a:cubicBezTo>
                <a:cubicBezTo>
                  <a:pt x="2253759" y="20672"/>
                  <a:pt x="2622231" y="-30966"/>
                  <a:pt x="2800769" y="0"/>
                </a:cubicBezTo>
                <a:cubicBezTo>
                  <a:pt x="2979307" y="30966"/>
                  <a:pt x="3356872" y="-13631"/>
                  <a:pt x="3564614" y="0"/>
                </a:cubicBezTo>
                <a:cubicBezTo>
                  <a:pt x="3772356" y="13631"/>
                  <a:pt x="4163183" y="-4973"/>
                  <a:pt x="4328460" y="0"/>
                </a:cubicBezTo>
                <a:cubicBezTo>
                  <a:pt x="4493737" y="4973"/>
                  <a:pt x="4672761" y="-9287"/>
                  <a:pt x="4901345" y="0"/>
                </a:cubicBezTo>
                <a:cubicBezTo>
                  <a:pt x="5129930" y="9287"/>
                  <a:pt x="5395146" y="9436"/>
                  <a:pt x="5601537" y="0"/>
                </a:cubicBezTo>
                <a:cubicBezTo>
                  <a:pt x="5807928" y="-9436"/>
                  <a:pt x="5983747" y="-13862"/>
                  <a:pt x="6365383" y="0"/>
                </a:cubicBezTo>
                <a:cubicBezTo>
                  <a:pt x="6365699" y="13405"/>
                  <a:pt x="6365869" y="14360"/>
                  <a:pt x="6365383" y="27432"/>
                </a:cubicBezTo>
                <a:cubicBezTo>
                  <a:pt x="6195306" y="29393"/>
                  <a:pt x="5872535" y="56613"/>
                  <a:pt x="5728845" y="27432"/>
                </a:cubicBezTo>
                <a:cubicBezTo>
                  <a:pt x="5585155" y="-1749"/>
                  <a:pt x="5272464" y="11679"/>
                  <a:pt x="5028653" y="27432"/>
                </a:cubicBezTo>
                <a:cubicBezTo>
                  <a:pt x="4784842" y="43185"/>
                  <a:pt x="4688244" y="28658"/>
                  <a:pt x="4455768" y="27432"/>
                </a:cubicBezTo>
                <a:cubicBezTo>
                  <a:pt x="4223293" y="26206"/>
                  <a:pt x="4032880" y="15477"/>
                  <a:pt x="3882884" y="27432"/>
                </a:cubicBezTo>
                <a:cubicBezTo>
                  <a:pt x="3732888" y="39387"/>
                  <a:pt x="3278726" y="-7170"/>
                  <a:pt x="3119038" y="27432"/>
                </a:cubicBezTo>
                <a:cubicBezTo>
                  <a:pt x="2959350" y="62034"/>
                  <a:pt x="2786856" y="40315"/>
                  <a:pt x="2609807" y="27432"/>
                </a:cubicBezTo>
                <a:cubicBezTo>
                  <a:pt x="2432758" y="14549"/>
                  <a:pt x="2064373" y="16547"/>
                  <a:pt x="1909615" y="27432"/>
                </a:cubicBezTo>
                <a:cubicBezTo>
                  <a:pt x="1754857" y="38317"/>
                  <a:pt x="1663685" y="27374"/>
                  <a:pt x="1464038" y="27432"/>
                </a:cubicBezTo>
                <a:cubicBezTo>
                  <a:pt x="1264391" y="27490"/>
                  <a:pt x="1071013" y="1487"/>
                  <a:pt x="827500" y="27432"/>
                </a:cubicBezTo>
                <a:cubicBezTo>
                  <a:pt x="583987" y="53377"/>
                  <a:pt x="349818" y="391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21A3059-CD4C-3EF9-0DBB-F4B79269248E}"/>
              </a:ext>
            </a:extLst>
          </p:cNvPr>
          <p:cNvSpPr txBox="1"/>
          <p:nvPr/>
        </p:nvSpPr>
        <p:spPr>
          <a:xfrm>
            <a:off x="960120" y="4059936"/>
            <a:ext cx="10341864" cy="522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800" b="1" dirty="0" err="1">
                <a:sym typeface="Noto Sans Bold"/>
              </a:rPr>
              <a:t>Nhiệm</a:t>
            </a:r>
            <a:r>
              <a:rPr lang="en-US" sz="4800" b="1" dirty="0">
                <a:sym typeface="Noto Sans Bold"/>
              </a:rPr>
              <a:t> </a:t>
            </a:r>
            <a:r>
              <a:rPr lang="en-US" sz="4800" b="1" dirty="0" err="1">
                <a:sym typeface="Noto Sans Bold"/>
              </a:rPr>
              <a:t>vụ</a:t>
            </a:r>
            <a:r>
              <a:rPr lang="en-US" sz="4800" b="1" dirty="0">
                <a:sym typeface="Noto Sans Bold"/>
              </a:rPr>
              <a:t>: </a:t>
            </a:r>
            <a:r>
              <a:rPr lang="en-US" sz="4800" dirty="0" err="1">
                <a:sym typeface="Noto Sans Bold"/>
              </a:rPr>
              <a:t>Tạo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câu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chuyện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có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ít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nhân</a:t>
            </a:r>
            <a:r>
              <a:rPr lang="en-US" sz="4800" dirty="0">
                <a:sym typeface="Noto Sans Bold"/>
              </a:rPr>
              <a:t> 2 </a:t>
            </a:r>
            <a:r>
              <a:rPr lang="en-US" sz="4800" dirty="0" err="1">
                <a:sym typeface="Noto Sans Bold"/>
              </a:rPr>
              <a:t>cảnh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khác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nhau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bằng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cách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sử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dụng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kết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hợp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những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câu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lệnh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đã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học</a:t>
            </a:r>
            <a:r>
              <a:rPr lang="en-US" sz="4800" dirty="0">
                <a:sym typeface="Noto Sans Bold"/>
              </a:rPr>
              <a:t> ở </a:t>
            </a:r>
            <a:r>
              <a:rPr lang="en-US" sz="4800" dirty="0" err="1">
                <a:sym typeface="Noto Sans Bold"/>
              </a:rPr>
              <a:t>các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bài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trước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với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câu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lệnh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thay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đổi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phông</a:t>
            </a:r>
            <a:r>
              <a:rPr lang="en-US" sz="4800" dirty="0">
                <a:sym typeface="Noto Sans Bold"/>
              </a:rPr>
              <a:t> </a:t>
            </a:r>
            <a:r>
              <a:rPr lang="en-US" sz="4800" dirty="0" err="1">
                <a:sym typeface="Noto Sans Bold"/>
              </a:rPr>
              <a:t>nền</a:t>
            </a:r>
            <a:endParaRPr kumimoji="0" lang="en-US" sz="4800" i="0" u="none" strike="noStrike" cap="none" spc="0" normalizeH="0" baseline="0" noProof="0" dirty="0">
              <a:ln>
                <a:noFill/>
              </a:ln>
              <a:effectLst/>
              <a:uLnTx/>
              <a:uFillTx/>
              <a:sym typeface="Noto Sans Bold"/>
            </a:endParaRPr>
          </a:p>
        </p:txBody>
      </p:sp>
      <p:pic>
        <p:nvPicPr>
          <p:cNvPr id="2" name="Picture 2" descr="Scratch-cat-logo-300x300px | Junior Tech">
            <a:extLst>
              <a:ext uri="{FF2B5EF4-FFF2-40B4-BE49-F238E27FC236}">
                <a16:creationId xmlns:a16="http://schemas.microsoft.com/office/drawing/2014/main" id="{1F18F392-90DD-019C-7DA3-8981943A3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8800" y="8316104"/>
            <a:ext cx="1939255" cy="1939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ode.org and Coding for Kids | CodeMonkey">
            <a:extLst>
              <a:ext uri="{FF2B5EF4-FFF2-40B4-BE49-F238E27FC236}">
                <a16:creationId xmlns:a16="http://schemas.microsoft.com/office/drawing/2014/main" id="{8C681E62-E819-2922-01FD-F6307D72E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795760" y="6692072"/>
            <a:ext cx="5993892" cy="2117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reeform 3">
            <a:extLst>
              <a:ext uri="{FF2B5EF4-FFF2-40B4-BE49-F238E27FC236}">
                <a16:creationId xmlns:a16="http://schemas.microsoft.com/office/drawing/2014/main" id="{648624A0-A9D7-41D0-478F-613477D0F933}"/>
              </a:ext>
            </a:extLst>
          </p:cNvPr>
          <p:cNvSpPr/>
          <p:nvPr/>
        </p:nvSpPr>
        <p:spPr>
          <a:xfrm>
            <a:off x="0" y="0"/>
            <a:ext cx="1524000" cy="1409700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327" r="-28210" b="-2618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EDC69E-310B-C5B0-AF9A-7DA92D4FE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8174" y="1980948"/>
            <a:ext cx="5993891" cy="450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1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88B70-8CBC-ABBB-A8E1-0972F629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3085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D0EA94-0113-6CB3-451D-42B17367BE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17817"/>
          <a:stretch>
            <a:fillRect/>
          </a:stretch>
        </p:blipFill>
        <p:spPr>
          <a:xfrm>
            <a:off x="932502" y="934900"/>
            <a:ext cx="8215884" cy="5074920"/>
          </a:xfrm>
          <a:prstGeom prst="rect">
            <a:avLst/>
          </a:prstGeom>
        </p:spPr>
      </p:pic>
      <p:pic>
        <p:nvPicPr>
          <p:cNvPr id="3074" name="Picture 2" descr="Code.org and Coding for Kids | CodeMonkey">
            <a:extLst>
              <a:ext uri="{FF2B5EF4-FFF2-40B4-BE49-F238E27FC236}">
                <a16:creationId xmlns:a16="http://schemas.microsoft.com/office/drawing/2014/main" id="{F4B2535B-148B-F7A0-363B-E5A39BCCD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6" r="5456" b="1"/>
          <a:stretch>
            <a:fillRect/>
          </a:stretch>
        </p:blipFill>
        <p:spPr bwMode="auto">
          <a:xfrm>
            <a:off x="932523" y="6133285"/>
            <a:ext cx="8211484" cy="3213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8" name="Right Triangle 3087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865080" y="5003800"/>
            <a:ext cx="4937760" cy="48006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7801" y="934912"/>
            <a:ext cx="7712439" cy="8411823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AFEDE13-7ECF-7280-D250-802E1A469A44}"/>
              </a:ext>
            </a:extLst>
          </p:cNvPr>
          <p:cNvSpPr txBox="1"/>
          <p:nvPr/>
        </p:nvSpPr>
        <p:spPr>
          <a:xfrm>
            <a:off x="10334749" y="1028700"/>
            <a:ext cx="6327207" cy="2395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8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Noto Sans Bold"/>
              </a:rPr>
              <a:t>Gợi ý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AD0EF56F-9F13-56DB-13F1-3302B2588E9F}"/>
              </a:ext>
            </a:extLst>
          </p:cNvPr>
          <p:cNvSpPr txBox="1"/>
          <p:nvPr/>
        </p:nvSpPr>
        <p:spPr>
          <a:xfrm>
            <a:off x="9612180" y="3093845"/>
            <a:ext cx="7304220" cy="43036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1143000" lvl="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3200" noProof="0" dirty="0" err="1">
                <a:sym typeface="Noto Sans Bold"/>
              </a:rPr>
              <a:t>Chọn</a:t>
            </a:r>
            <a:r>
              <a:rPr lang="en-US" sz="3200" noProof="0" dirty="0">
                <a:sym typeface="Noto Sans Bold"/>
              </a:rPr>
              <a:t> ý </a:t>
            </a:r>
            <a:r>
              <a:rPr lang="en-US" sz="3200" noProof="0" dirty="0" err="1">
                <a:sym typeface="Noto Sans Bold"/>
              </a:rPr>
              <a:t>tưởng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câu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chuyện</a:t>
            </a:r>
            <a:endParaRPr lang="en-US" sz="3200" noProof="0" dirty="0">
              <a:sym typeface="Noto Sans Bold"/>
            </a:endParaRPr>
          </a:p>
          <a:p>
            <a:pPr marL="1143000" lvl="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kumimoji="0" lang="en-US" sz="3200" i="0" u="none" strike="noStrike" cap="none" spc="0" normalizeH="0" baseline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Chọn</a:t>
            </a:r>
            <a:r>
              <a:rPr kumimoji="0" lang="en-US" sz="3200" i="0" u="none" strike="noStrike" cap="none" spc="0" normalizeH="0" dirty="0">
                <a:ln>
                  <a:noFill/>
                </a:ln>
                <a:effectLst/>
                <a:uLnTx/>
                <a:uFillTx/>
                <a:sym typeface="Noto Sans Bold"/>
              </a:rPr>
              <a:t> </a:t>
            </a:r>
            <a:r>
              <a:rPr kumimoji="0" lang="en-US" sz="3200" i="0" u="none" strike="noStrike" cap="none" spc="0" normalizeH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các</a:t>
            </a:r>
            <a:r>
              <a:rPr kumimoji="0" lang="en-US" sz="3200" i="0" u="none" strike="noStrike" cap="none" spc="0" normalizeH="0" dirty="0">
                <a:ln>
                  <a:noFill/>
                </a:ln>
                <a:effectLst/>
                <a:uLnTx/>
                <a:uFillTx/>
                <a:sym typeface="Noto Sans Bold"/>
              </a:rPr>
              <a:t> </a:t>
            </a:r>
            <a:r>
              <a:rPr kumimoji="0" lang="en-US" sz="3200" i="0" u="none" strike="noStrike" cap="none" spc="0" normalizeH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nhân</a:t>
            </a:r>
            <a:r>
              <a:rPr kumimoji="0" lang="en-US" sz="3200" i="0" u="none" strike="noStrike" cap="none" spc="0" normalizeH="0" dirty="0">
                <a:ln>
                  <a:noFill/>
                </a:ln>
                <a:effectLst/>
                <a:uLnTx/>
                <a:uFillTx/>
                <a:sym typeface="Noto Sans Bold"/>
              </a:rPr>
              <a:t> </a:t>
            </a:r>
            <a:r>
              <a:rPr kumimoji="0" lang="en-US" sz="3200" i="0" u="none" strike="noStrike" cap="none" spc="0" normalizeH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vật</a:t>
            </a:r>
            <a:r>
              <a:rPr kumimoji="0" lang="en-US" sz="3200" i="0" u="none" strike="noStrike" cap="none" spc="0" normalizeH="0" dirty="0">
                <a:ln>
                  <a:noFill/>
                </a:ln>
                <a:effectLst/>
                <a:uLnTx/>
                <a:uFillTx/>
                <a:sym typeface="Noto Sans Bold"/>
              </a:rPr>
              <a:t> </a:t>
            </a:r>
            <a:r>
              <a:rPr kumimoji="0" lang="en-US" sz="3200" i="0" u="none" strike="noStrike" cap="none" spc="0" normalizeH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phù</a:t>
            </a:r>
            <a:r>
              <a:rPr kumimoji="0" lang="en-US" sz="3200" i="0" u="none" strike="noStrike" cap="none" spc="0" normalizeH="0" dirty="0">
                <a:ln>
                  <a:noFill/>
                </a:ln>
                <a:effectLst/>
                <a:uLnTx/>
                <a:uFillTx/>
                <a:sym typeface="Noto Sans Bold"/>
              </a:rPr>
              <a:t> </a:t>
            </a:r>
            <a:r>
              <a:rPr kumimoji="0" lang="en-US" sz="3200" i="0" u="none" strike="noStrike" cap="none" spc="0" normalizeH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hợp</a:t>
            </a:r>
            <a:endParaRPr kumimoji="0" lang="en-US" sz="3200" i="0" u="none" strike="noStrike" cap="none" spc="0" normalizeH="0" dirty="0">
              <a:ln>
                <a:noFill/>
              </a:ln>
              <a:effectLst/>
              <a:uLnTx/>
              <a:uFillTx/>
              <a:sym typeface="Noto Sans Bold"/>
            </a:endParaRPr>
          </a:p>
          <a:p>
            <a:pPr marL="1143000" lvl="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3200" baseline="0" noProof="0" dirty="0" err="1">
                <a:sym typeface="Noto Sans Bold"/>
              </a:rPr>
              <a:t>Lựa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chọn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phông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nền</a:t>
            </a:r>
            <a:endParaRPr lang="en-US" sz="3200" noProof="0" dirty="0">
              <a:sym typeface="Noto Sans Bold"/>
            </a:endParaRPr>
          </a:p>
          <a:p>
            <a:pPr marL="1143000" lvl="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kumimoji="0" lang="en-US" sz="3200" i="0" u="none" strike="noStrike" cap="none" spc="0" normalizeH="0" baseline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Lập</a:t>
            </a:r>
            <a:r>
              <a:rPr kumimoji="0" lang="en-US" sz="3200" i="0" u="none" strike="noStrike" cap="none" spc="0" normalizeH="0" dirty="0">
                <a:ln>
                  <a:noFill/>
                </a:ln>
                <a:effectLst/>
                <a:uLnTx/>
                <a:uFillTx/>
                <a:sym typeface="Noto Sans Bold"/>
              </a:rPr>
              <a:t> </a:t>
            </a:r>
            <a:r>
              <a:rPr kumimoji="0" lang="en-US" sz="3200" i="0" u="none" strike="noStrike" cap="none" spc="0" normalizeH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trình</a:t>
            </a:r>
            <a:r>
              <a:rPr kumimoji="0" lang="en-US" sz="3200" i="0" u="none" strike="noStrike" cap="none" spc="0" normalizeH="0" dirty="0">
                <a:ln>
                  <a:noFill/>
                </a:ln>
                <a:effectLst/>
                <a:uLnTx/>
                <a:uFillTx/>
                <a:sym typeface="Noto Sans Bold"/>
              </a:rPr>
              <a:t> </a:t>
            </a:r>
            <a:r>
              <a:rPr kumimoji="0" lang="en-US" sz="3200" i="0" u="none" strike="noStrike" cap="none" spc="0" normalizeH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hội</a:t>
            </a:r>
            <a:r>
              <a:rPr kumimoji="0" lang="en-US" sz="3200" i="0" u="none" strike="noStrike" cap="none" spc="0" normalizeH="0" dirty="0">
                <a:ln>
                  <a:noFill/>
                </a:ln>
                <a:effectLst/>
                <a:uLnTx/>
                <a:uFillTx/>
                <a:sym typeface="Noto Sans Bold"/>
              </a:rPr>
              <a:t> </a:t>
            </a:r>
            <a:r>
              <a:rPr kumimoji="0" lang="en-US" sz="3200" i="0" u="none" strike="noStrike" cap="none" spc="0" normalizeH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thoại</a:t>
            </a:r>
            <a:r>
              <a:rPr kumimoji="0" lang="en-US" sz="3200" i="0" u="none" strike="noStrike" cap="none" spc="0" normalizeH="0" dirty="0">
                <a:ln>
                  <a:noFill/>
                </a:ln>
                <a:effectLst/>
                <a:uLnTx/>
                <a:uFillTx/>
                <a:sym typeface="Noto Sans Bold"/>
              </a:rPr>
              <a:t> </a:t>
            </a:r>
            <a:r>
              <a:rPr kumimoji="0" lang="en-US" sz="3200" i="0" u="none" strike="noStrike" cap="none" spc="0" normalizeH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giữa</a:t>
            </a:r>
            <a:r>
              <a:rPr kumimoji="0" lang="en-US" sz="3200" i="0" u="none" strike="noStrike" cap="none" spc="0" normalizeH="0" dirty="0">
                <a:ln>
                  <a:noFill/>
                </a:ln>
                <a:effectLst/>
                <a:uLnTx/>
                <a:uFillTx/>
                <a:sym typeface="Noto Sans Bold"/>
              </a:rPr>
              <a:t> </a:t>
            </a:r>
            <a:r>
              <a:rPr kumimoji="0" lang="en-US" sz="3200" i="0" u="none" strike="noStrike" cap="none" spc="0" normalizeH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các</a:t>
            </a:r>
            <a:r>
              <a:rPr kumimoji="0" lang="en-US" sz="3200" i="0" u="none" strike="noStrike" cap="none" spc="0" normalizeH="0" dirty="0">
                <a:ln>
                  <a:noFill/>
                </a:ln>
                <a:effectLst/>
                <a:uLnTx/>
                <a:uFillTx/>
                <a:sym typeface="Noto Sans Bold"/>
              </a:rPr>
              <a:t> </a:t>
            </a:r>
            <a:r>
              <a:rPr kumimoji="0" lang="en-US" sz="3200" i="0" u="none" strike="noStrike" cap="none" spc="0" normalizeH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nhân</a:t>
            </a:r>
            <a:r>
              <a:rPr kumimoji="0" lang="en-US" sz="3200" i="0" u="none" strike="noStrike" cap="none" spc="0" normalizeH="0" dirty="0">
                <a:ln>
                  <a:noFill/>
                </a:ln>
                <a:effectLst/>
                <a:uLnTx/>
                <a:uFillTx/>
                <a:sym typeface="Noto Sans Bold"/>
              </a:rPr>
              <a:t> </a:t>
            </a:r>
            <a:r>
              <a:rPr kumimoji="0" lang="en-US" sz="3200" i="0" u="none" strike="noStrike" cap="none" spc="0" normalizeH="0" dirty="0" err="1">
                <a:ln>
                  <a:noFill/>
                </a:ln>
                <a:effectLst/>
                <a:uLnTx/>
                <a:uFillTx/>
                <a:sym typeface="Noto Sans Bold"/>
              </a:rPr>
              <a:t>vật</a:t>
            </a:r>
            <a:endParaRPr kumimoji="0" lang="en-US" sz="3200" i="0" u="none" strike="noStrike" cap="none" spc="0" normalizeH="0" dirty="0">
              <a:ln>
                <a:noFill/>
              </a:ln>
              <a:effectLst/>
              <a:uLnTx/>
              <a:uFillTx/>
              <a:sym typeface="Noto Sans Bold"/>
            </a:endParaRPr>
          </a:p>
          <a:p>
            <a:pPr marL="1143000" lvl="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3200" baseline="0" noProof="0" dirty="0" err="1">
                <a:sym typeface="Noto Sans Bold"/>
              </a:rPr>
              <a:t>Lập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trình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thay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đổi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phông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nền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theo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tiến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trình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cuộc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hội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thoại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hoặc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câu</a:t>
            </a:r>
            <a:r>
              <a:rPr lang="en-US" sz="3200" noProof="0" dirty="0">
                <a:sym typeface="Noto Sans Bold"/>
              </a:rPr>
              <a:t> </a:t>
            </a:r>
            <a:r>
              <a:rPr lang="en-US" sz="3200" noProof="0" dirty="0" err="1">
                <a:sym typeface="Noto Sans Bold"/>
              </a:rPr>
              <a:t>chuyện</a:t>
            </a:r>
            <a:endParaRPr kumimoji="0" lang="en-US" sz="3200" i="0" u="none" strike="noStrike" cap="none" spc="0" normalizeH="0" baseline="0" noProof="0" dirty="0">
              <a:ln>
                <a:noFill/>
              </a:ln>
              <a:effectLst/>
              <a:uLnTx/>
              <a:uFillTx/>
              <a:sym typeface="Noto Sans Bold"/>
            </a:endParaRPr>
          </a:p>
        </p:txBody>
      </p:sp>
      <p:pic>
        <p:nvPicPr>
          <p:cNvPr id="2" name="Picture 2" descr="Scratch-cat-logo-300x300px | Junior Tech">
            <a:extLst>
              <a:ext uri="{FF2B5EF4-FFF2-40B4-BE49-F238E27FC236}">
                <a16:creationId xmlns:a16="http://schemas.microsoft.com/office/drawing/2014/main" id="{44A604FB-4FEF-D3BF-0B74-5C4D401AC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8800" y="8316104"/>
            <a:ext cx="1939255" cy="1939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reeform 3">
            <a:extLst>
              <a:ext uri="{FF2B5EF4-FFF2-40B4-BE49-F238E27FC236}">
                <a16:creationId xmlns:a16="http://schemas.microsoft.com/office/drawing/2014/main" id="{8495B6FE-AD7D-7E48-2D05-A5BFF8740388}"/>
              </a:ext>
            </a:extLst>
          </p:cNvPr>
          <p:cNvSpPr/>
          <p:nvPr/>
        </p:nvSpPr>
        <p:spPr>
          <a:xfrm>
            <a:off x="0" y="0"/>
            <a:ext cx="1524000" cy="1409700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327" r="-28210" b="-2618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456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839DF0-4060-AFCA-C855-38F7F91E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B509377B-6E3A-AB1C-389C-E26DBD39C196}"/>
              </a:ext>
            </a:extLst>
          </p:cNvPr>
          <p:cNvSpPr txBox="1"/>
          <p:nvPr/>
        </p:nvSpPr>
        <p:spPr>
          <a:xfrm>
            <a:off x="958321" y="1005327"/>
            <a:ext cx="16364460" cy="1598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99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  <a:sym typeface="Noto Sans Bold"/>
              </a:rPr>
              <a:t>Chương trình mẫu</a:t>
            </a:r>
          </a:p>
        </p:txBody>
      </p:sp>
      <p:sp>
        <p:nvSpPr>
          <p:cNvPr id="91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4064" y="2700132"/>
            <a:ext cx="8115300" cy="27432"/>
          </a:xfrm>
          <a:custGeom>
            <a:avLst/>
            <a:gdLst>
              <a:gd name="csX0" fmla="*/ 0 w 8115300"/>
              <a:gd name="csY0" fmla="*/ 0 h 27432"/>
              <a:gd name="csX1" fmla="*/ 432816 w 8115300"/>
              <a:gd name="csY1" fmla="*/ 0 h 27432"/>
              <a:gd name="csX2" fmla="*/ 1190244 w 8115300"/>
              <a:gd name="csY2" fmla="*/ 0 h 27432"/>
              <a:gd name="csX3" fmla="*/ 1623060 w 8115300"/>
              <a:gd name="csY3" fmla="*/ 0 h 27432"/>
              <a:gd name="csX4" fmla="*/ 2218182 w 8115300"/>
              <a:gd name="csY4" fmla="*/ 0 h 27432"/>
              <a:gd name="csX5" fmla="*/ 3056763 w 8115300"/>
              <a:gd name="csY5" fmla="*/ 0 h 27432"/>
              <a:gd name="csX6" fmla="*/ 3733038 w 8115300"/>
              <a:gd name="csY6" fmla="*/ 0 h 27432"/>
              <a:gd name="csX7" fmla="*/ 4490466 w 8115300"/>
              <a:gd name="csY7" fmla="*/ 0 h 27432"/>
              <a:gd name="csX8" fmla="*/ 5085588 w 8115300"/>
              <a:gd name="csY8" fmla="*/ 0 h 27432"/>
              <a:gd name="csX9" fmla="*/ 5761863 w 8115300"/>
              <a:gd name="csY9" fmla="*/ 0 h 27432"/>
              <a:gd name="csX10" fmla="*/ 6600444 w 8115300"/>
              <a:gd name="csY10" fmla="*/ 0 h 27432"/>
              <a:gd name="csX11" fmla="*/ 7114413 w 8115300"/>
              <a:gd name="csY11" fmla="*/ 0 h 27432"/>
              <a:gd name="csX12" fmla="*/ 8115300 w 8115300"/>
              <a:gd name="csY12" fmla="*/ 0 h 27432"/>
              <a:gd name="csX13" fmla="*/ 8115300 w 8115300"/>
              <a:gd name="csY13" fmla="*/ 27432 h 27432"/>
              <a:gd name="csX14" fmla="*/ 7520178 w 8115300"/>
              <a:gd name="csY14" fmla="*/ 27432 h 27432"/>
              <a:gd name="csX15" fmla="*/ 7087362 w 8115300"/>
              <a:gd name="csY15" fmla="*/ 27432 h 27432"/>
              <a:gd name="csX16" fmla="*/ 6411087 w 8115300"/>
              <a:gd name="csY16" fmla="*/ 27432 h 27432"/>
              <a:gd name="csX17" fmla="*/ 5897118 w 8115300"/>
              <a:gd name="csY17" fmla="*/ 27432 h 27432"/>
              <a:gd name="csX18" fmla="*/ 5220843 w 8115300"/>
              <a:gd name="csY18" fmla="*/ 27432 h 27432"/>
              <a:gd name="csX19" fmla="*/ 4544568 w 8115300"/>
              <a:gd name="csY19" fmla="*/ 27432 h 27432"/>
              <a:gd name="csX20" fmla="*/ 3868293 w 8115300"/>
              <a:gd name="csY20" fmla="*/ 27432 h 27432"/>
              <a:gd name="csX21" fmla="*/ 3192018 w 8115300"/>
              <a:gd name="csY21" fmla="*/ 27432 h 27432"/>
              <a:gd name="csX22" fmla="*/ 2596896 w 8115300"/>
              <a:gd name="csY22" fmla="*/ 27432 h 27432"/>
              <a:gd name="csX23" fmla="*/ 1839468 w 8115300"/>
              <a:gd name="csY23" fmla="*/ 27432 h 27432"/>
              <a:gd name="csX24" fmla="*/ 1163193 w 8115300"/>
              <a:gd name="csY24" fmla="*/ 27432 h 27432"/>
              <a:gd name="csX25" fmla="*/ 0 w 8115300"/>
              <a:gd name="csY25" fmla="*/ 27432 h 27432"/>
              <a:gd name="csX26" fmla="*/ 0 w 8115300"/>
              <a:gd name="csY2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15300" h="27432" fill="none" extrusionOk="0">
                <a:moveTo>
                  <a:pt x="0" y="0"/>
                </a:moveTo>
                <a:cubicBezTo>
                  <a:pt x="190010" y="894"/>
                  <a:pt x="220703" y="16712"/>
                  <a:pt x="432816" y="0"/>
                </a:cubicBezTo>
                <a:cubicBezTo>
                  <a:pt x="644929" y="-16712"/>
                  <a:pt x="925351" y="-2130"/>
                  <a:pt x="1190244" y="0"/>
                </a:cubicBezTo>
                <a:cubicBezTo>
                  <a:pt x="1455137" y="2130"/>
                  <a:pt x="1428691" y="10242"/>
                  <a:pt x="1623060" y="0"/>
                </a:cubicBezTo>
                <a:cubicBezTo>
                  <a:pt x="1817429" y="-10242"/>
                  <a:pt x="1970637" y="26101"/>
                  <a:pt x="2218182" y="0"/>
                </a:cubicBezTo>
                <a:cubicBezTo>
                  <a:pt x="2465727" y="-26101"/>
                  <a:pt x="2697424" y="-37662"/>
                  <a:pt x="3056763" y="0"/>
                </a:cubicBezTo>
                <a:cubicBezTo>
                  <a:pt x="3416102" y="37662"/>
                  <a:pt x="3593057" y="5679"/>
                  <a:pt x="3733038" y="0"/>
                </a:cubicBezTo>
                <a:cubicBezTo>
                  <a:pt x="3873019" y="-5679"/>
                  <a:pt x="4227702" y="-17899"/>
                  <a:pt x="4490466" y="0"/>
                </a:cubicBezTo>
                <a:cubicBezTo>
                  <a:pt x="4753230" y="17899"/>
                  <a:pt x="4954916" y="-7629"/>
                  <a:pt x="5085588" y="0"/>
                </a:cubicBezTo>
                <a:cubicBezTo>
                  <a:pt x="5216260" y="7629"/>
                  <a:pt x="5443283" y="13568"/>
                  <a:pt x="5761863" y="0"/>
                </a:cubicBezTo>
                <a:cubicBezTo>
                  <a:pt x="6080443" y="-13568"/>
                  <a:pt x="6414913" y="34176"/>
                  <a:pt x="6600444" y="0"/>
                </a:cubicBezTo>
                <a:cubicBezTo>
                  <a:pt x="6785975" y="-34176"/>
                  <a:pt x="6979908" y="24439"/>
                  <a:pt x="7114413" y="0"/>
                </a:cubicBezTo>
                <a:cubicBezTo>
                  <a:pt x="7248918" y="-24439"/>
                  <a:pt x="7753242" y="49243"/>
                  <a:pt x="8115300" y="0"/>
                </a:cubicBezTo>
                <a:cubicBezTo>
                  <a:pt x="8114711" y="10802"/>
                  <a:pt x="8114630" y="18406"/>
                  <a:pt x="8115300" y="27432"/>
                </a:cubicBezTo>
                <a:cubicBezTo>
                  <a:pt x="7919968" y="56537"/>
                  <a:pt x="7815832" y="29302"/>
                  <a:pt x="7520178" y="27432"/>
                </a:cubicBezTo>
                <a:cubicBezTo>
                  <a:pt x="7224524" y="25562"/>
                  <a:pt x="7237397" y="41582"/>
                  <a:pt x="7087362" y="27432"/>
                </a:cubicBezTo>
                <a:cubicBezTo>
                  <a:pt x="6937327" y="13282"/>
                  <a:pt x="6666361" y="21099"/>
                  <a:pt x="6411087" y="27432"/>
                </a:cubicBezTo>
                <a:cubicBezTo>
                  <a:pt x="6155814" y="33765"/>
                  <a:pt x="6076699" y="29106"/>
                  <a:pt x="5897118" y="27432"/>
                </a:cubicBezTo>
                <a:cubicBezTo>
                  <a:pt x="5717537" y="25758"/>
                  <a:pt x="5480643" y="60140"/>
                  <a:pt x="5220843" y="27432"/>
                </a:cubicBezTo>
                <a:cubicBezTo>
                  <a:pt x="4961043" y="-5276"/>
                  <a:pt x="4741983" y="10261"/>
                  <a:pt x="4544568" y="27432"/>
                </a:cubicBezTo>
                <a:cubicBezTo>
                  <a:pt x="4347154" y="44603"/>
                  <a:pt x="4107592" y="3653"/>
                  <a:pt x="3868293" y="27432"/>
                </a:cubicBezTo>
                <a:cubicBezTo>
                  <a:pt x="3628995" y="51211"/>
                  <a:pt x="3474283" y="17408"/>
                  <a:pt x="3192018" y="27432"/>
                </a:cubicBezTo>
                <a:cubicBezTo>
                  <a:pt x="2909754" y="37456"/>
                  <a:pt x="2798966" y="32872"/>
                  <a:pt x="2596896" y="27432"/>
                </a:cubicBezTo>
                <a:cubicBezTo>
                  <a:pt x="2394826" y="21992"/>
                  <a:pt x="2025585" y="38694"/>
                  <a:pt x="1839468" y="27432"/>
                </a:cubicBezTo>
                <a:cubicBezTo>
                  <a:pt x="1653351" y="16170"/>
                  <a:pt x="1444068" y="17283"/>
                  <a:pt x="1163193" y="27432"/>
                </a:cubicBezTo>
                <a:cubicBezTo>
                  <a:pt x="882319" y="37581"/>
                  <a:pt x="259987" y="69926"/>
                  <a:pt x="0" y="27432"/>
                </a:cubicBezTo>
                <a:cubicBezTo>
                  <a:pt x="586" y="19291"/>
                  <a:pt x="-218" y="13009"/>
                  <a:pt x="0" y="0"/>
                </a:cubicBezTo>
                <a:close/>
              </a:path>
              <a:path w="8115300" h="27432" stroke="0" extrusionOk="0">
                <a:moveTo>
                  <a:pt x="0" y="0"/>
                </a:moveTo>
                <a:cubicBezTo>
                  <a:pt x="246921" y="20773"/>
                  <a:pt x="378767" y="-16956"/>
                  <a:pt x="595122" y="0"/>
                </a:cubicBezTo>
                <a:cubicBezTo>
                  <a:pt x="811477" y="16956"/>
                  <a:pt x="846257" y="-13061"/>
                  <a:pt x="1027938" y="0"/>
                </a:cubicBezTo>
                <a:cubicBezTo>
                  <a:pt x="1209619" y="13061"/>
                  <a:pt x="1578503" y="7172"/>
                  <a:pt x="1866519" y="0"/>
                </a:cubicBezTo>
                <a:cubicBezTo>
                  <a:pt x="2154535" y="-7172"/>
                  <a:pt x="2226239" y="7373"/>
                  <a:pt x="2461641" y="0"/>
                </a:cubicBezTo>
                <a:cubicBezTo>
                  <a:pt x="2697043" y="-7373"/>
                  <a:pt x="2901650" y="-10054"/>
                  <a:pt x="3056763" y="0"/>
                </a:cubicBezTo>
                <a:cubicBezTo>
                  <a:pt x="3211876" y="10054"/>
                  <a:pt x="3585194" y="26991"/>
                  <a:pt x="3895344" y="0"/>
                </a:cubicBezTo>
                <a:cubicBezTo>
                  <a:pt x="4205494" y="-26991"/>
                  <a:pt x="4295029" y="18672"/>
                  <a:pt x="4409313" y="0"/>
                </a:cubicBezTo>
                <a:cubicBezTo>
                  <a:pt x="4523597" y="-18672"/>
                  <a:pt x="4956843" y="3306"/>
                  <a:pt x="5247894" y="0"/>
                </a:cubicBezTo>
                <a:cubicBezTo>
                  <a:pt x="5538945" y="-3306"/>
                  <a:pt x="5725486" y="41316"/>
                  <a:pt x="6086475" y="0"/>
                </a:cubicBezTo>
                <a:cubicBezTo>
                  <a:pt x="6447464" y="-41316"/>
                  <a:pt x="6467270" y="-130"/>
                  <a:pt x="6762750" y="0"/>
                </a:cubicBezTo>
                <a:cubicBezTo>
                  <a:pt x="7058230" y="130"/>
                  <a:pt x="7713814" y="14357"/>
                  <a:pt x="8115300" y="0"/>
                </a:cubicBezTo>
                <a:cubicBezTo>
                  <a:pt x="8113940" y="10164"/>
                  <a:pt x="8115383" y="19377"/>
                  <a:pt x="8115300" y="27432"/>
                </a:cubicBezTo>
                <a:cubicBezTo>
                  <a:pt x="7951056" y="30523"/>
                  <a:pt x="7778080" y="21630"/>
                  <a:pt x="7682484" y="27432"/>
                </a:cubicBezTo>
                <a:cubicBezTo>
                  <a:pt x="7586888" y="33234"/>
                  <a:pt x="7123604" y="-3715"/>
                  <a:pt x="6843903" y="27432"/>
                </a:cubicBezTo>
                <a:cubicBezTo>
                  <a:pt x="6564202" y="58579"/>
                  <a:pt x="6499708" y="46045"/>
                  <a:pt x="6329934" y="27432"/>
                </a:cubicBezTo>
                <a:cubicBezTo>
                  <a:pt x="6160160" y="8819"/>
                  <a:pt x="5847230" y="12305"/>
                  <a:pt x="5653659" y="27432"/>
                </a:cubicBezTo>
                <a:cubicBezTo>
                  <a:pt x="5460088" y="42559"/>
                  <a:pt x="5091368" y="49579"/>
                  <a:pt x="4815078" y="27432"/>
                </a:cubicBezTo>
                <a:cubicBezTo>
                  <a:pt x="4538788" y="5285"/>
                  <a:pt x="4312121" y="56408"/>
                  <a:pt x="4138803" y="27432"/>
                </a:cubicBezTo>
                <a:cubicBezTo>
                  <a:pt x="3965485" y="-1544"/>
                  <a:pt x="3850471" y="37054"/>
                  <a:pt x="3705987" y="27432"/>
                </a:cubicBezTo>
                <a:cubicBezTo>
                  <a:pt x="3561503" y="17810"/>
                  <a:pt x="3428606" y="6693"/>
                  <a:pt x="3192018" y="27432"/>
                </a:cubicBezTo>
                <a:cubicBezTo>
                  <a:pt x="2955430" y="48171"/>
                  <a:pt x="2708142" y="29499"/>
                  <a:pt x="2353437" y="27432"/>
                </a:cubicBezTo>
                <a:cubicBezTo>
                  <a:pt x="1998732" y="25365"/>
                  <a:pt x="1984171" y="39554"/>
                  <a:pt x="1677162" y="27432"/>
                </a:cubicBezTo>
                <a:cubicBezTo>
                  <a:pt x="1370153" y="15310"/>
                  <a:pt x="1367960" y="5957"/>
                  <a:pt x="1163193" y="27432"/>
                </a:cubicBezTo>
                <a:cubicBezTo>
                  <a:pt x="958426" y="48907"/>
                  <a:pt x="303607" y="-7538"/>
                  <a:pt x="0" y="27432"/>
                </a:cubicBezTo>
                <a:cubicBezTo>
                  <a:pt x="-383" y="21019"/>
                  <a:pt x="-503" y="124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8043E7-6CD8-4B59-970A-3CA3D653B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224" y="2964793"/>
            <a:ext cx="7925423" cy="65456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20E2D3C-B030-7141-12AB-573B084FC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5486" y="6599987"/>
            <a:ext cx="6322314" cy="3635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37A404-40DE-10CA-8E77-443EE5897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5486" y="2815995"/>
            <a:ext cx="6942055" cy="3575158"/>
          </a:xfrm>
          <a:prstGeom prst="rect">
            <a:avLst/>
          </a:prstGeom>
        </p:spPr>
      </p:pic>
      <p:pic>
        <p:nvPicPr>
          <p:cNvPr id="2" name="Picture 2" descr="Scratch-cat-logo-300x300px | Junior Tech">
            <a:extLst>
              <a:ext uri="{FF2B5EF4-FFF2-40B4-BE49-F238E27FC236}">
                <a16:creationId xmlns:a16="http://schemas.microsoft.com/office/drawing/2014/main" id="{937CE577-EA9A-6CC6-9E6E-EB66A7FA6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8800" y="8316104"/>
            <a:ext cx="1939255" cy="1939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reeform 3">
            <a:extLst>
              <a:ext uri="{FF2B5EF4-FFF2-40B4-BE49-F238E27FC236}">
                <a16:creationId xmlns:a16="http://schemas.microsoft.com/office/drawing/2014/main" id="{AE512ED2-82E3-7026-FEDA-643BE919317B}"/>
              </a:ext>
            </a:extLst>
          </p:cNvPr>
          <p:cNvSpPr/>
          <p:nvPr/>
        </p:nvSpPr>
        <p:spPr>
          <a:xfrm>
            <a:off x="0" y="0"/>
            <a:ext cx="1524000" cy="1409700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327" r="-28210" b="-2618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5241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672745"/>
            <a:ext cx="8445946" cy="3663429"/>
          </a:xfrm>
          <a:custGeom>
            <a:avLst/>
            <a:gdLst/>
            <a:ahLst/>
            <a:cxnLst/>
            <a:rect l="l" t="t" r="r" b="b"/>
            <a:pathLst>
              <a:path w="8445946" h="3663429">
                <a:moveTo>
                  <a:pt x="0" y="0"/>
                </a:moveTo>
                <a:lnTo>
                  <a:pt x="8445946" y="0"/>
                </a:lnTo>
                <a:lnTo>
                  <a:pt x="8445946" y="3663429"/>
                </a:lnTo>
                <a:lnTo>
                  <a:pt x="0" y="3663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735916" cy="1759072"/>
          </a:xfrm>
          <a:custGeom>
            <a:avLst/>
            <a:gdLst/>
            <a:ahLst/>
            <a:cxnLst/>
            <a:rect l="l" t="t" r="r" b="b"/>
            <a:pathLst>
              <a:path w="1735916" h="1759072">
                <a:moveTo>
                  <a:pt x="0" y="0"/>
                </a:moveTo>
                <a:lnTo>
                  <a:pt x="1735916" y="0"/>
                </a:lnTo>
                <a:lnTo>
                  <a:pt x="1735916" y="1759072"/>
                </a:lnTo>
                <a:lnTo>
                  <a:pt x="0" y="175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27" r="-28210" b="-261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39820" y="2155135"/>
            <a:ext cx="5688189" cy="5579165"/>
          </a:xfrm>
          <a:custGeom>
            <a:avLst/>
            <a:gdLst/>
            <a:ahLst/>
            <a:cxnLst/>
            <a:rect l="l" t="t" r="r" b="b"/>
            <a:pathLst>
              <a:path w="5688189" h="5579165">
                <a:moveTo>
                  <a:pt x="0" y="0"/>
                </a:moveTo>
                <a:lnTo>
                  <a:pt x="5688189" y="0"/>
                </a:lnTo>
                <a:lnTo>
                  <a:pt x="5688189" y="5579165"/>
                </a:lnTo>
                <a:lnTo>
                  <a:pt x="0" y="5579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0" y="8732609"/>
            <a:ext cx="1442085" cy="1524000"/>
          </a:xfrm>
          <a:custGeom>
            <a:avLst/>
            <a:gdLst/>
            <a:ahLst/>
            <a:cxnLst/>
            <a:rect l="l" t="t" r="r" b="b"/>
            <a:pathLst>
              <a:path w="1442085" h="1524000">
                <a:moveTo>
                  <a:pt x="1442085" y="0"/>
                </a:moveTo>
                <a:lnTo>
                  <a:pt x="0" y="0"/>
                </a:lnTo>
                <a:lnTo>
                  <a:pt x="0" y="1524000"/>
                </a:lnTo>
                <a:lnTo>
                  <a:pt x="1442085" y="1524000"/>
                </a:lnTo>
                <a:lnTo>
                  <a:pt x="1442085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9843191" y="0"/>
            <a:ext cx="8444809" cy="3662936"/>
          </a:xfrm>
          <a:custGeom>
            <a:avLst/>
            <a:gdLst/>
            <a:ahLst/>
            <a:cxnLst/>
            <a:rect l="l" t="t" r="r" b="b"/>
            <a:pathLst>
              <a:path w="8444809" h="3662936">
                <a:moveTo>
                  <a:pt x="0" y="0"/>
                </a:moveTo>
                <a:lnTo>
                  <a:pt x="8444809" y="0"/>
                </a:lnTo>
                <a:lnTo>
                  <a:pt x="8444809" y="3662936"/>
                </a:lnTo>
                <a:lnTo>
                  <a:pt x="0" y="3662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315200" y="3506442"/>
            <a:ext cx="9841635" cy="2581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ĐÁNH GIÁ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14285" y="3934110"/>
            <a:ext cx="726281" cy="1708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0" y="8732609"/>
            <a:ext cx="1442085" cy="1524000"/>
          </a:xfrm>
          <a:custGeom>
            <a:avLst/>
            <a:gdLst/>
            <a:ahLst/>
            <a:cxnLst/>
            <a:rect l="l" t="t" r="r" b="b"/>
            <a:pathLst>
              <a:path w="1442085" h="1524000">
                <a:moveTo>
                  <a:pt x="1442085" y="0"/>
                </a:moveTo>
                <a:lnTo>
                  <a:pt x="0" y="0"/>
                </a:lnTo>
                <a:lnTo>
                  <a:pt x="0" y="1524000"/>
                </a:lnTo>
                <a:lnTo>
                  <a:pt x="1442085" y="1524000"/>
                </a:lnTo>
                <a:lnTo>
                  <a:pt x="1442085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>
            <a:off x="14065596" y="6460446"/>
            <a:ext cx="4222404" cy="3826554"/>
          </a:xfrm>
          <a:custGeom>
            <a:avLst/>
            <a:gdLst/>
            <a:ahLst/>
            <a:cxnLst/>
            <a:rect l="l" t="t" r="r" b="b"/>
            <a:pathLst>
              <a:path w="4222404" h="3826554">
                <a:moveTo>
                  <a:pt x="4222404" y="0"/>
                </a:moveTo>
                <a:lnTo>
                  <a:pt x="0" y="0"/>
                </a:lnTo>
                <a:lnTo>
                  <a:pt x="0" y="3826554"/>
                </a:lnTo>
                <a:lnTo>
                  <a:pt x="4222404" y="3826554"/>
                </a:lnTo>
                <a:lnTo>
                  <a:pt x="4222404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triangle with three colors&#10;&#10;AI-generated content may be incorrect.">
            <a:extLst>
              <a:ext uri="{FF2B5EF4-FFF2-40B4-BE49-F238E27FC236}">
                <a16:creationId xmlns:a16="http://schemas.microsoft.com/office/drawing/2014/main" id="{06C5CFD1-3572-B1B0-007B-31CDB20FD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"/>
            <a:ext cx="1524000" cy="1409700"/>
          </a:xfrm>
          <a:prstGeom prst="rect">
            <a:avLst/>
          </a:prstGeom>
        </p:spPr>
      </p:pic>
      <p:pic>
        <p:nvPicPr>
          <p:cNvPr id="6" name="Picture 4" descr="Student Presentation PNGs for Free Download">
            <a:extLst>
              <a:ext uri="{FF2B5EF4-FFF2-40B4-BE49-F238E27FC236}">
                <a16:creationId xmlns:a16="http://schemas.microsoft.com/office/drawing/2014/main" id="{CB5EF669-935F-6FCC-5C97-A10843ACB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143905"/>
            <a:ext cx="13182600" cy="8481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38787E-8087-42A2-6B91-43D094E96F96}"/>
              </a:ext>
            </a:extLst>
          </p:cNvPr>
          <p:cNvSpPr txBox="1"/>
          <p:nvPr/>
        </p:nvSpPr>
        <p:spPr>
          <a:xfrm>
            <a:off x="5663730" y="1465302"/>
            <a:ext cx="817974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b="1" dirty="0"/>
              <a:t>GIỚI THIỆU SẢN PHẨM</a:t>
            </a:r>
          </a:p>
        </p:txBody>
      </p:sp>
      <p:pic>
        <p:nvPicPr>
          <p:cNvPr id="1030" name="Picture 6" descr="Lập trình scratch - 5 tính năng nổi bật của lập trình Scratch - CodeKitten">
            <a:extLst>
              <a:ext uri="{FF2B5EF4-FFF2-40B4-BE49-F238E27FC236}">
                <a16:creationId xmlns:a16="http://schemas.microsoft.com/office/drawing/2014/main" id="{9F392E94-BAD6-C23C-0D3D-B51BD2A4B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667" b="91333" l="3000" r="94375">
                        <a14:foregroundMark x1="8250" y1="17167" x2="61625" y2="24667"/>
                        <a14:foregroundMark x1="61625" y1="24667" x2="90875" y2="18333"/>
                        <a14:foregroundMark x1="6250" y1="16000" x2="5750" y2="33000"/>
                        <a14:foregroundMark x1="5750" y1="33000" x2="13125" y2="32000"/>
                        <a14:foregroundMark x1="90875" y1="14500" x2="92375" y2="28833"/>
                        <a14:foregroundMark x1="92375" y1="28833" x2="89375" y2="38167"/>
                        <a14:foregroundMark x1="69125" y1="48333" x2="82875" y2="58833"/>
                        <a14:foregroundMark x1="82875" y1="58833" x2="80750" y2="48833"/>
                        <a14:foregroundMark x1="80750" y1="48833" x2="71375" y2="48167"/>
                        <a14:foregroundMark x1="71375" y1="48167" x2="70250" y2="53667"/>
                        <a14:foregroundMark x1="77750" y1="61333" x2="82875" y2="61333"/>
                        <a14:foregroundMark x1="74625" y1="74333" x2="74625" y2="75500"/>
                        <a14:foregroundMark x1="55125" y1="73833" x2="57125" y2="74667"/>
                        <a14:foregroundMark x1="16250" y1="90667" x2="16250" y2="90667"/>
                        <a14:foregroundMark x1="17125" y1="44167" x2="43250" y2="42333"/>
                        <a14:foregroundMark x1="43250" y1="42333" x2="44875" y2="42333"/>
                        <a14:foregroundMark x1="30625" y1="78500" x2="32625" y2="79167"/>
                        <a14:foregroundMark x1="52625" y1="35833" x2="52625" y2="35833"/>
                        <a14:foregroundMark x1="3875" y1="19500" x2="3875" y2="23167"/>
                        <a14:foregroundMark x1="3875" y1="25000" x2="3000" y2="31167"/>
                        <a14:foregroundMark x1="11125" y1="10333" x2="13625" y2="10500"/>
                        <a14:foregroundMark x1="83750" y1="41333" x2="84500" y2="41500"/>
                        <a14:foregroundMark x1="94000" y1="27333" x2="94000" y2="29333"/>
                        <a14:foregroundMark x1="40625" y1="54000" x2="44500" y2="56333"/>
                        <a14:foregroundMark x1="74625" y1="56333" x2="83875" y2="60833"/>
                        <a14:foregroundMark x1="83000" y1="45667" x2="86625" y2="56333"/>
                        <a14:foregroundMark x1="87875" y1="50667" x2="87875" y2="53000"/>
                        <a14:foregroundMark x1="92250" y1="60333" x2="92250" y2="60333"/>
                        <a14:foregroundMark x1="94375" y1="60333" x2="94375" y2="60333"/>
                        <a14:foregroundMark x1="58000" y1="85500" x2="60125" y2="89000"/>
                        <a14:foregroundMark x1="4625" y1="14833" x2="7000" y2="12500"/>
                        <a14:foregroundMark x1="16125" y1="9833" x2="17750" y2="11333"/>
                        <a14:foregroundMark x1="19500" y1="15333" x2="20250" y2="17167"/>
                        <a14:foregroundMark x1="24625" y1="14667" x2="26250" y2="14167"/>
                        <a14:foregroundMark x1="28250" y1="11500" x2="29000" y2="11833"/>
                        <a14:foregroundMark x1="38000" y1="11500" x2="39750" y2="11500"/>
                        <a14:foregroundMark x1="34000" y1="11000" x2="35125" y2="11333"/>
                        <a14:foregroundMark x1="43500" y1="7667" x2="44500" y2="7667"/>
                        <a14:foregroundMark x1="93375" y1="55000" x2="93375" y2="55000"/>
                        <a14:foregroundMark x1="60250" y1="54667" x2="60250" y2="54667"/>
                        <a14:foregroundMark x1="61375" y1="59500" x2="61375" y2="59500"/>
                        <a14:foregroundMark x1="62250" y1="91333" x2="62250" y2="91333"/>
                        <a14:foregroundMark x1="71125" y1="40000" x2="72625" y2="40333"/>
                        <a14:foregroundMark x1="52625" y1="10000" x2="54250" y2="12000"/>
                        <a14:foregroundMark x1="58750" y1="10500" x2="60250" y2="10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98621"/>
            <a:ext cx="32766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9368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6B52A-5E3F-4260-8B45-23DFC0988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ình ảnh vỗ tay đẹp cho Powerpoint">
            <a:extLst>
              <a:ext uri="{FF2B5EF4-FFF2-40B4-BE49-F238E27FC236}">
                <a16:creationId xmlns:a16="http://schemas.microsoft.com/office/drawing/2014/main" id="{2BABC939-3666-214E-EBA9-C403607BD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643" y="4222542"/>
            <a:ext cx="6177665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D84EBE-9157-24BF-9594-C99FC0B0D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524000" cy="1409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F76854-566E-D098-7926-46432C986DE3}"/>
              </a:ext>
            </a:extLst>
          </p:cNvPr>
          <p:cNvSpPr txBox="1"/>
          <p:nvPr/>
        </p:nvSpPr>
        <p:spPr>
          <a:xfrm>
            <a:off x="6218357" y="341352"/>
            <a:ext cx="585128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b="1" dirty="0"/>
              <a:t>TƯ DUY NHANH</a:t>
            </a:r>
          </a:p>
        </p:txBody>
      </p:sp>
      <p:pic>
        <p:nvPicPr>
          <p:cNvPr id="4" name="Picture 2" descr="Scratch-cat-logo-300x300px | Junior Tech">
            <a:extLst>
              <a:ext uri="{FF2B5EF4-FFF2-40B4-BE49-F238E27FC236}">
                <a16:creationId xmlns:a16="http://schemas.microsoft.com/office/drawing/2014/main" id="{BF14B68D-2632-E3FD-D622-86383B0CC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274" y="7654786"/>
            <a:ext cx="1939255" cy="1939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D828D6-C5CA-C57E-EC19-546736DD964A}"/>
              </a:ext>
            </a:extLst>
          </p:cNvPr>
          <p:cNvSpPr txBox="1"/>
          <p:nvPr/>
        </p:nvSpPr>
        <p:spPr>
          <a:xfrm>
            <a:off x="1171084" y="1986343"/>
            <a:ext cx="16888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</a:t>
            </a:r>
            <a:r>
              <a:rPr lang="vi-VN" sz="3200" b="1" dirty="0" err="1"/>
              <a:t>uật</a:t>
            </a:r>
            <a:r>
              <a:rPr lang="vi-VN" sz="3200" b="1" dirty="0"/>
              <a:t> chơi: </a:t>
            </a:r>
            <a:r>
              <a:rPr lang="vi-VN" sz="3200" dirty="0"/>
              <a:t>“Cô/Thầy n</a:t>
            </a:r>
            <a:r>
              <a:rPr lang="en-US" sz="3200" dirty="0" err="1">
                <a:latin typeface="Arial (Body)"/>
              </a:rPr>
              <a:t>êu</a:t>
            </a:r>
            <a:r>
              <a:rPr lang="vi-VN" sz="3200" dirty="0"/>
              <a:t> tình huống, nếu cần đổi cảnh thì vỗ tay, không cần thì khoanh tay.”</a:t>
            </a:r>
            <a:endParaRPr lang="en-US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44AB43-0EE6-3CB6-EA50-6CD9C2D4EA33}"/>
              </a:ext>
            </a:extLst>
          </p:cNvPr>
          <p:cNvSpPr txBox="1"/>
          <p:nvPr/>
        </p:nvSpPr>
        <p:spPr>
          <a:xfrm>
            <a:off x="3733800" y="3258802"/>
            <a:ext cx="3048000" cy="70788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00B050"/>
                </a:solidFill>
                <a:latin typeface="Calibri"/>
              </a:rPr>
              <a:t>ĐỔI CẢNH</a:t>
            </a:r>
            <a:endParaRPr lang="en-US" sz="1050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02D7BE-18FA-D0ED-62A4-3461F6C2ABC7}"/>
              </a:ext>
            </a:extLst>
          </p:cNvPr>
          <p:cNvSpPr txBox="1"/>
          <p:nvPr/>
        </p:nvSpPr>
        <p:spPr>
          <a:xfrm>
            <a:off x="10287000" y="3275131"/>
            <a:ext cx="4572000" cy="7078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Calibri"/>
              </a:rPr>
              <a:t>KHÔNG ĐỔI CẢNH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7CE1E40-74A5-CEB0-F8D2-1E4886EB7E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5953" y="4344414"/>
            <a:ext cx="9254094" cy="47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24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5501</TotalTime>
  <Words>354</Words>
  <Application>Microsoft Office PowerPoint</Application>
  <PresentationFormat>Custom</PresentationFormat>
  <Paragraphs>55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Calibri</vt:lpstr>
      <vt:lpstr>Times New Roman</vt:lpstr>
      <vt:lpstr>Aptos</vt:lpstr>
      <vt:lpstr>Arial</vt:lpstr>
      <vt:lpstr>Arial (Body)</vt:lpstr>
      <vt:lpstr>Noto Sans Bold</vt:lpstr>
      <vt:lpstr>Office Theme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cp:lastModifiedBy>Nguyễn Hường</cp:lastModifiedBy>
  <cp:revision>2</cp:revision>
  <dcterms:created xsi:type="dcterms:W3CDTF">2006-08-16T00:00:00Z</dcterms:created>
  <dcterms:modified xsi:type="dcterms:W3CDTF">2026-01-08T18:30:23Z</dcterms:modified>
  <dc:identifier>DAGvvzcX3b0</dc:identifier>
</cp:coreProperties>
</file>